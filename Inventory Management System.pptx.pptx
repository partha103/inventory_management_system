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Poppins Bold" charset="1" panose="00000800000000000000"/>
      <p:regular r:id="rId24"/>
    </p:embeddedFont>
    <p:embeddedFont>
      <p:font typeface="Poppins" charset="1" panose="00000500000000000000"/>
      <p:regular r:id="rId25"/>
    </p:embeddedFont>
    <p:embeddedFont>
      <p:font typeface="Canva Sans Bold Italics" charset="1" panose="020B0803030501040103"/>
      <p:regular r:id="rId26"/>
    </p:embeddedFont>
    <p:embeddedFont>
      <p:font typeface="Canva Sans" charset="1" panose="020B05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3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16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27.jpe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0D0A2C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0" t="0" r="-1020" b="-204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20" t="0" r="-1020" b="-204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5645" y="3828302"/>
            <a:ext cx="16298854" cy="1014214"/>
            <a:chOff x="0" y="0"/>
            <a:chExt cx="21731806" cy="13522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31805" cy="1352286"/>
            </a:xfrm>
            <a:custGeom>
              <a:avLst/>
              <a:gdLst/>
              <a:ahLst/>
              <a:cxnLst/>
              <a:rect r="r" b="b" t="t" l="l"/>
              <a:pathLst>
                <a:path h="1352286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1352286"/>
                  </a:lnTo>
                  <a:lnTo>
                    <a:pt x="0" y="13522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14350"/>
              <a:ext cx="21731806" cy="1866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41"/>
                </a:lnSpc>
              </a:pPr>
              <a:r>
                <a:rPr lang="en-US" b="true" sz="663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Inventory Management System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5645" y="5171065"/>
            <a:ext cx="16298854" cy="414257"/>
            <a:chOff x="0" y="0"/>
            <a:chExt cx="21731806" cy="5523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31805" cy="552342"/>
            </a:xfrm>
            <a:custGeom>
              <a:avLst/>
              <a:gdLst/>
              <a:ahLst/>
              <a:cxnLst/>
              <a:rect r="r" b="b" t="t" l="l"/>
              <a:pathLst>
                <a:path h="552342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42875"/>
              <a:ext cx="21731806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Modern Solution Using Spring Boot, React &amp; MySQL for Efficient Inventory Control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0D0A2C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0" t="0" r="-1020" b="-20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70784" y="1557033"/>
            <a:ext cx="8042292" cy="14285"/>
            <a:chOff x="0" y="0"/>
            <a:chExt cx="10723056" cy="190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23118" cy="19050"/>
            </a:xfrm>
            <a:custGeom>
              <a:avLst/>
              <a:gdLst/>
              <a:ahLst/>
              <a:cxnLst/>
              <a:rect r="r" b="b" t="t" l="l"/>
              <a:pathLst>
                <a:path h="19050" w="10723118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0713593" y="0"/>
                  </a:lnTo>
                  <a:cubicBezTo>
                    <a:pt x="10718800" y="0"/>
                    <a:pt x="10723118" y="4318"/>
                    <a:pt x="10723118" y="9525"/>
                  </a:cubicBezTo>
                  <a:cubicBezTo>
                    <a:pt x="10723118" y="14732"/>
                    <a:pt x="10718800" y="19050"/>
                    <a:pt x="10713593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356555" y="3171206"/>
            <a:ext cx="8842236" cy="14285"/>
            <a:chOff x="0" y="0"/>
            <a:chExt cx="11789647" cy="190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89664" cy="19050"/>
            </a:xfrm>
            <a:custGeom>
              <a:avLst/>
              <a:gdLst/>
              <a:ahLst/>
              <a:cxnLst/>
              <a:rect r="r" b="b" t="t" l="l"/>
              <a:pathLst>
                <a:path h="19050" w="11789664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1780139" y="0"/>
                  </a:lnTo>
                  <a:cubicBezTo>
                    <a:pt x="11785346" y="0"/>
                    <a:pt x="11789664" y="4318"/>
                    <a:pt x="11789664" y="9525"/>
                  </a:cubicBezTo>
                  <a:cubicBezTo>
                    <a:pt x="11789664" y="14732"/>
                    <a:pt x="11785346" y="19050"/>
                    <a:pt x="11780139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556612" y="4771093"/>
            <a:ext cx="9656464" cy="14285"/>
            <a:chOff x="0" y="0"/>
            <a:chExt cx="12875285" cy="190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75260" cy="19050"/>
            </a:xfrm>
            <a:custGeom>
              <a:avLst/>
              <a:gdLst/>
              <a:ahLst/>
              <a:cxnLst/>
              <a:rect r="r" b="b" t="t" l="l"/>
              <a:pathLst>
                <a:path h="19050" w="12875260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2865735" y="0"/>
                  </a:lnTo>
                  <a:cubicBezTo>
                    <a:pt x="12870942" y="0"/>
                    <a:pt x="12875260" y="4318"/>
                    <a:pt x="12875260" y="9525"/>
                  </a:cubicBezTo>
                  <a:cubicBezTo>
                    <a:pt x="12875260" y="14732"/>
                    <a:pt x="12870942" y="19050"/>
                    <a:pt x="12865735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742383" y="6385265"/>
            <a:ext cx="10456408" cy="14285"/>
            <a:chOff x="0" y="0"/>
            <a:chExt cx="13941877" cy="190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41933" cy="19050"/>
            </a:xfrm>
            <a:custGeom>
              <a:avLst/>
              <a:gdLst/>
              <a:ahLst/>
              <a:cxnLst/>
              <a:rect r="r" b="b" t="t" l="l"/>
              <a:pathLst>
                <a:path h="19050" w="13941933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3932408" y="0"/>
                  </a:lnTo>
                  <a:cubicBezTo>
                    <a:pt x="13937616" y="0"/>
                    <a:pt x="13941933" y="4318"/>
                    <a:pt x="13941933" y="9525"/>
                  </a:cubicBezTo>
                  <a:cubicBezTo>
                    <a:pt x="13941933" y="14732"/>
                    <a:pt x="13937616" y="19050"/>
                    <a:pt x="13932408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942439" y="7985153"/>
            <a:ext cx="11270636" cy="14285"/>
            <a:chOff x="0" y="0"/>
            <a:chExt cx="15027515" cy="1904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027529" cy="19050"/>
            </a:xfrm>
            <a:custGeom>
              <a:avLst/>
              <a:gdLst/>
              <a:ahLst/>
              <a:cxnLst/>
              <a:rect r="r" b="b" t="t" l="l"/>
              <a:pathLst>
                <a:path h="19050" w="15027529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5018004" y="0"/>
                  </a:lnTo>
                  <a:cubicBezTo>
                    <a:pt x="15023212" y="0"/>
                    <a:pt x="15027529" y="4318"/>
                    <a:pt x="15027529" y="9525"/>
                  </a:cubicBezTo>
                  <a:cubicBezTo>
                    <a:pt x="15027529" y="14732"/>
                    <a:pt x="15023212" y="19050"/>
                    <a:pt x="15018004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385617" y="1599888"/>
            <a:ext cx="7313772" cy="1528464"/>
            <a:chOff x="0" y="0"/>
            <a:chExt cx="9751695" cy="20379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1695" cy="2037969"/>
            </a:xfrm>
            <a:custGeom>
              <a:avLst/>
              <a:gdLst/>
              <a:ahLst/>
              <a:cxnLst/>
              <a:rect r="r" b="b" t="t" l="l"/>
              <a:pathLst>
                <a:path h="2037969" w="9751695">
                  <a:moveTo>
                    <a:pt x="0" y="0"/>
                  </a:moveTo>
                  <a:lnTo>
                    <a:pt x="9751695" y="0"/>
                  </a:lnTo>
                  <a:lnTo>
                    <a:pt x="9751695" y="2037969"/>
                  </a:lnTo>
                  <a:lnTo>
                    <a:pt x="0" y="2037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41" r="0" b="-340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2114137" y="3214060"/>
            <a:ext cx="5856731" cy="1528464"/>
            <a:chOff x="0" y="0"/>
            <a:chExt cx="7808975" cy="20379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08976" cy="2037969"/>
            </a:xfrm>
            <a:custGeom>
              <a:avLst/>
              <a:gdLst/>
              <a:ahLst/>
              <a:cxnLst/>
              <a:rect r="r" b="b" t="t" l="l"/>
              <a:pathLst>
                <a:path h="2037969" w="7808976">
                  <a:moveTo>
                    <a:pt x="0" y="0"/>
                  </a:moveTo>
                  <a:lnTo>
                    <a:pt x="7808976" y="0"/>
                  </a:lnTo>
                  <a:lnTo>
                    <a:pt x="7808976" y="2037969"/>
                  </a:lnTo>
                  <a:lnTo>
                    <a:pt x="0" y="2037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3" r="0" b="-362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2856942" y="4813947"/>
            <a:ext cx="4385406" cy="1528464"/>
            <a:chOff x="0" y="0"/>
            <a:chExt cx="5847208" cy="20379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47207" cy="2037969"/>
            </a:xfrm>
            <a:custGeom>
              <a:avLst/>
              <a:gdLst/>
              <a:ahLst/>
              <a:cxnLst/>
              <a:rect r="r" b="b" t="t" l="l"/>
              <a:pathLst>
                <a:path h="2037969" w="5847207">
                  <a:moveTo>
                    <a:pt x="0" y="0"/>
                  </a:moveTo>
                  <a:lnTo>
                    <a:pt x="5847207" y="0"/>
                  </a:lnTo>
                  <a:lnTo>
                    <a:pt x="5847207" y="2037969"/>
                  </a:lnTo>
                  <a:lnTo>
                    <a:pt x="0" y="2037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36" r="0" b="-235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3571178" y="6428120"/>
            <a:ext cx="2928366" cy="1528464"/>
            <a:chOff x="0" y="0"/>
            <a:chExt cx="3904487" cy="20379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04488" cy="2037969"/>
            </a:xfrm>
            <a:custGeom>
              <a:avLst/>
              <a:gdLst/>
              <a:ahLst/>
              <a:cxnLst/>
              <a:rect r="r" b="b" t="t" l="l"/>
              <a:pathLst>
                <a:path h="2037969" w="3904488">
                  <a:moveTo>
                    <a:pt x="0" y="0"/>
                  </a:moveTo>
                  <a:lnTo>
                    <a:pt x="3904488" y="0"/>
                  </a:lnTo>
                  <a:lnTo>
                    <a:pt x="3904488" y="2037969"/>
                  </a:lnTo>
                  <a:lnTo>
                    <a:pt x="0" y="2037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00" r="0" b="-499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4313982" y="8028007"/>
            <a:ext cx="1457040" cy="1528464"/>
            <a:chOff x="0" y="0"/>
            <a:chExt cx="1942721" cy="20379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42719" cy="2037969"/>
            </a:xfrm>
            <a:custGeom>
              <a:avLst/>
              <a:gdLst/>
              <a:ahLst/>
              <a:cxnLst/>
              <a:rect r="r" b="b" t="t" l="l"/>
              <a:pathLst>
                <a:path h="2037969" w="1942719">
                  <a:moveTo>
                    <a:pt x="0" y="0"/>
                  </a:moveTo>
                  <a:lnTo>
                    <a:pt x="1942719" y="0"/>
                  </a:lnTo>
                  <a:lnTo>
                    <a:pt x="1942719" y="2037969"/>
                  </a:lnTo>
                  <a:lnTo>
                    <a:pt x="0" y="2037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53" r="0" b="-25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5645" y="699951"/>
            <a:ext cx="16298854" cy="614243"/>
            <a:chOff x="0" y="0"/>
            <a:chExt cx="21731806" cy="8189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731805" cy="818990"/>
            </a:xfrm>
            <a:custGeom>
              <a:avLst/>
              <a:gdLst/>
              <a:ahLst/>
              <a:cxnLst/>
              <a:rect r="r" b="b" t="t" l="l"/>
              <a:pathLst>
                <a:path h="818990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818990"/>
                  </a:lnTo>
                  <a:lnTo>
                    <a:pt x="0" y="8189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23825"/>
              <a:ext cx="21731806" cy="942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68"/>
                </a:lnSpc>
              </a:pPr>
              <a:r>
                <a:rPr lang="en-US" sz="393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Problems with Manual Inventory Tracking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999649" y="2199845"/>
            <a:ext cx="314264" cy="342833"/>
            <a:chOff x="0" y="0"/>
            <a:chExt cx="419018" cy="4571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9018" cy="457111"/>
            </a:xfrm>
            <a:custGeom>
              <a:avLst/>
              <a:gdLst/>
              <a:ahLst/>
              <a:cxnLst/>
              <a:rect r="r" b="b" t="t" l="l"/>
              <a:pathLst>
                <a:path h="457111" w="419018">
                  <a:moveTo>
                    <a:pt x="0" y="0"/>
                  </a:moveTo>
                  <a:lnTo>
                    <a:pt x="419018" y="0"/>
                  </a:lnTo>
                  <a:lnTo>
                    <a:pt x="419018" y="457111"/>
                  </a:lnTo>
                  <a:lnTo>
                    <a:pt x="0" y="4571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419018" cy="533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249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70770" y="1857012"/>
            <a:ext cx="5971009" cy="457111"/>
            <a:chOff x="0" y="0"/>
            <a:chExt cx="7961345" cy="6094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961345" cy="609481"/>
            </a:xfrm>
            <a:custGeom>
              <a:avLst/>
              <a:gdLst/>
              <a:ahLst/>
              <a:cxnLst/>
              <a:rect r="r" b="b" t="t" l="l"/>
              <a:pathLst>
                <a:path h="609481" w="7961345">
                  <a:moveTo>
                    <a:pt x="0" y="0"/>
                  </a:moveTo>
                  <a:lnTo>
                    <a:pt x="7961345" y="0"/>
                  </a:lnTo>
                  <a:lnTo>
                    <a:pt x="7961345" y="609481"/>
                  </a:lnTo>
                  <a:lnTo>
                    <a:pt x="0" y="6094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0"/>
              <a:ext cx="7961345" cy="7047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11"/>
                </a:lnSpc>
              </a:pPr>
              <a:r>
                <a:rPr lang="en-US" sz="2924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Human errors in data entry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971079" y="3814018"/>
            <a:ext cx="314264" cy="342833"/>
            <a:chOff x="0" y="0"/>
            <a:chExt cx="419018" cy="4571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9018" cy="457111"/>
            </a:xfrm>
            <a:custGeom>
              <a:avLst/>
              <a:gdLst/>
              <a:ahLst/>
              <a:cxnLst/>
              <a:rect r="r" b="b" t="t" l="l"/>
              <a:pathLst>
                <a:path h="457111" w="419018">
                  <a:moveTo>
                    <a:pt x="0" y="0"/>
                  </a:moveTo>
                  <a:lnTo>
                    <a:pt x="419018" y="0"/>
                  </a:lnTo>
                  <a:lnTo>
                    <a:pt x="419018" y="457111"/>
                  </a:lnTo>
                  <a:lnTo>
                    <a:pt x="0" y="4571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419018" cy="533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249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570826" y="3471185"/>
            <a:ext cx="6199564" cy="457111"/>
            <a:chOff x="0" y="0"/>
            <a:chExt cx="8266086" cy="6094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66085" cy="609481"/>
            </a:xfrm>
            <a:custGeom>
              <a:avLst/>
              <a:gdLst/>
              <a:ahLst/>
              <a:cxnLst/>
              <a:rect r="r" b="b" t="t" l="l"/>
              <a:pathLst>
                <a:path h="609481" w="8266085">
                  <a:moveTo>
                    <a:pt x="0" y="0"/>
                  </a:moveTo>
                  <a:lnTo>
                    <a:pt x="8266085" y="0"/>
                  </a:lnTo>
                  <a:lnTo>
                    <a:pt x="8266085" y="609481"/>
                  </a:lnTo>
                  <a:lnTo>
                    <a:pt x="0" y="6094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0"/>
              <a:ext cx="8266086" cy="7047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11"/>
                </a:lnSpc>
              </a:pPr>
              <a:r>
                <a:rPr lang="en-US" sz="2924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Time-consuming processes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956794" y="5413905"/>
            <a:ext cx="314264" cy="342833"/>
            <a:chOff x="0" y="0"/>
            <a:chExt cx="419018" cy="4571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9018" cy="457111"/>
            </a:xfrm>
            <a:custGeom>
              <a:avLst/>
              <a:gdLst/>
              <a:ahLst/>
              <a:cxnLst/>
              <a:rect r="r" b="b" t="t" l="l"/>
              <a:pathLst>
                <a:path h="457111" w="419018">
                  <a:moveTo>
                    <a:pt x="0" y="0"/>
                  </a:moveTo>
                  <a:lnTo>
                    <a:pt x="419018" y="0"/>
                  </a:lnTo>
                  <a:lnTo>
                    <a:pt x="419018" y="457111"/>
                  </a:lnTo>
                  <a:lnTo>
                    <a:pt x="0" y="4571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419018" cy="533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249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770882" y="5071072"/>
            <a:ext cx="5756738" cy="457111"/>
            <a:chOff x="0" y="0"/>
            <a:chExt cx="7675651" cy="6094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75651" cy="609481"/>
            </a:xfrm>
            <a:custGeom>
              <a:avLst/>
              <a:gdLst/>
              <a:ahLst/>
              <a:cxnLst/>
              <a:rect r="r" b="b" t="t" l="l"/>
              <a:pathLst>
                <a:path h="609481" w="7675651">
                  <a:moveTo>
                    <a:pt x="0" y="0"/>
                  </a:moveTo>
                  <a:lnTo>
                    <a:pt x="7675651" y="0"/>
                  </a:lnTo>
                  <a:lnTo>
                    <a:pt x="7675651" y="609481"/>
                  </a:lnTo>
                  <a:lnTo>
                    <a:pt x="0" y="6094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0"/>
              <a:ext cx="7675651" cy="7047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11"/>
                </a:lnSpc>
              </a:pPr>
              <a:r>
                <a:rPr lang="en-US" sz="2924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Lack of real-time visibility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942510" y="7013793"/>
            <a:ext cx="314264" cy="342833"/>
            <a:chOff x="0" y="0"/>
            <a:chExt cx="419018" cy="4571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9018" cy="457111"/>
            </a:xfrm>
            <a:custGeom>
              <a:avLst/>
              <a:gdLst/>
              <a:ahLst/>
              <a:cxnLst/>
              <a:rect r="r" b="b" t="t" l="l"/>
              <a:pathLst>
                <a:path h="457111" w="419018">
                  <a:moveTo>
                    <a:pt x="0" y="0"/>
                  </a:moveTo>
                  <a:lnTo>
                    <a:pt x="419018" y="0"/>
                  </a:lnTo>
                  <a:lnTo>
                    <a:pt x="419018" y="457111"/>
                  </a:lnTo>
                  <a:lnTo>
                    <a:pt x="0" y="4571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419018" cy="533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249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956654" y="6956654"/>
            <a:ext cx="5371051" cy="457111"/>
            <a:chOff x="0" y="0"/>
            <a:chExt cx="7161401" cy="60948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61402" cy="609481"/>
            </a:xfrm>
            <a:custGeom>
              <a:avLst/>
              <a:gdLst/>
              <a:ahLst/>
              <a:cxnLst/>
              <a:rect r="r" b="b" t="t" l="l"/>
              <a:pathLst>
                <a:path h="609481" w="7161402">
                  <a:moveTo>
                    <a:pt x="0" y="0"/>
                  </a:moveTo>
                  <a:lnTo>
                    <a:pt x="7161402" y="0"/>
                  </a:lnTo>
                  <a:lnTo>
                    <a:pt x="7161402" y="609481"/>
                  </a:lnTo>
                  <a:lnTo>
                    <a:pt x="0" y="6094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0"/>
              <a:ext cx="7161401" cy="7047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11"/>
                </a:lnSpc>
              </a:pPr>
              <a:r>
                <a:rPr lang="en-US" sz="2924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Inventory discrepancies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956794" y="8627965"/>
            <a:ext cx="314264" cy="342833"/>
            <a:chOff x="0" y="0"/>
            <a:chExt cx="419018" cy="4571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9018" cy="457111"/>
            </a:xfrm>
            <a:custGeom>
              <a:avLst/>
              <a:gdLst/>
              <a:ahLst/>
              <a:cxnLst/>
              <a:rect r="r" b="b" t="t" l="l"/>
              <a:pathLst>
                <a:path h="457111" w="419018">
                  <a:moveTo>
                    <a:pt x="0" y="0"/>
                  </a:moveTo>
                  <a:lnTo>
                    <a:pt x="419018" y="0"/>
                  </a:lnTo>
                  <a:lnTo>
                    <a:pt x="419018" y="457111"/>
                  </a:lnTo>
                  <a:lnTo>
                    <a:pt x="0" y="4571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419018" cy="533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249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156710" y="8570826"/>
            <a:ext cx="3171206" cy="457111"/>
            <a:chOff x="0" y="0"/>
            <a:chExt cx="4228274" cy="60948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228274" cy="609481"/>
            </a:xfrm>
            <a:custGeom>
              <a:avLst/>
              <a:gdLst/>
              <a:ahLst/>
              <a:cxnLst/>
              <a:rect r="r" b="b" t="t" l="l"/>
              <a:pathLst>
                <a:path h="609481" w="4228274">
                  <a:moveTo>
                    <a:pt x="0" y="0"/>
                  </a:moveTo>
                  <a:lnTo>
                    <a:pt x="4228274" y="0"/>
                  </a:lnTo>
                  <a:lnTo>
                    <a:pt x="4228274" y="609481"/>
                  </a:lnTo>
                  <a:lnTo>
                    <a:pt x="0" y="6094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0"/>
              <a:ext cx="4228274" cy="7047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11"/>
                </a:lnSpc>
              </a:pPr>
              <a:r>
                <a:rPr lang="en-US" sz="2924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Poor reporting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370770" y="2499824"/>
            <a:ext cx="5971009" cy="371402"/>
            <a:chOff x="0" y="0"/>
            <a:chExt cx="7961345" cy="49520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961345" cy="495203"/>
            </a:xfrm>
            <a:custGeom>
              <a:avLst/>
              <a:gdLst/>
              <a:ahLst/>
              <a:cxnLst/>
              <a:rect r="r" b="b" t="t" l="l"/>
              <a:pathLst>
                <a:path h="495203" w="7961345">
                  <a:moveTo>
                    <a:pt x="0" y="0"/>
                  </a:moveTo>
                  <a:lnTo>
                    <a:pt x="7961345" y="0"/>
                  </a:lnTo>
                  <a:lnTo>
                    <a:pt x="7961345" y="495203"/>
                  </a:lnTo>
                  <a:lnTo>
                    <a:pt x="0" y="4952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23825"/>
              <a:ext cx="7961345" cy="619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799" b="true">
                  <a:solidFill>
                    <a:srgbClr val="FF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65% Error rates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570826" y="4113996"/>
            <a:ext cx="6199564" cy="371402"/>
            <a:chOff x="0" y="0"/>
            <a:chExt cx="8266086" cy="4952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266085" cy="495203"/>
            </a:xfrm>
            <a:custGeom>
              <a:avLst/>
              <a:gdLst/>
              <a:ahLst/>
              <a:cxnLst/>
              <a:rect r="r" b="b" t="t" l="l"/>
              <a:pathLst>
                <a:path h="495203" w="8266085">
                  <a:moveTo>
                    <a:pt x="0" y="0"/>
                  </a:moveTo>
                  <a:lnTo>
                    <a:pt x="8266085" y="0"/>
                  </a:lnTo>
                  <a:lnTo>
                    <a:pt x="8266085" y="495203"/>
                  </a:lnTo>
                  <a:lnTo>
                    <a:pt x="0" y="4952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23825"/>
              <a:ext cx="8266086" cy="619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799" b="true">
                  <a:solidFill>
                    <a:srgbClr val="FF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40% Time waste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770882" y="5713884"/>
            <a:ext cx="5756738" cy="371402"/>
            <a:chOff x="0" y="0"/>
            <a:chExt cx="7675651" cy="49520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675651" cy="495203"/>
            </a:xfrm>
            <a:custGeom>
              <a:avLst/>
              <a:gdLst/>
              <a:ahLst/>
              <a:cxnLst/>
              <a:rect r="r" b="b" t="t" l="l"/>
              <a:pathLst>
                <a:path h="495203" w="7675651">
                  <a:moveTo>
                    <a:pt x="0" y="0"/>
                  </a:moveTo>
                  <a:lnTo>
                    <a:pt x="7675651" y="0"/>
                  </a:lnTo>
                  <a:lnTo>
                    <a:pt x="7675651" y="495203"/>
                  </a:lnTo>
                  <a:lnTo>
                    <a:pt x="0" y="4952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23825"/>
              <a:ext cx="7675651" cy="619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799" b="true">
                  <a:solidFill>
                    <a:srgbClr val="FF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30% Stock issues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0D0A2C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0" t="0" r="-1020" b="-20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78503" y="1978432"/>
            <a:ext cx="3871156" cy="4604605"/>
            <a:chOff x="0" y="0"/>
            <a:chExt cx="5161542" cy="61394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25" y="10234"/>
              <a:ext cx="5142484" cy="6118976"/>
            </a:xfrm>
            <a:custGeom>
              <a:avLst/>
              <a:gdLst/>
              <a:ahLst/>
              <a:cxnLst/>
              <a:rect r="r" b="b" t="t" l="l"/>
              <a:pathLst>
                <a:path h="6118976" w="5142484">
                  <a:moveTo>
                    <a:pt x="0" y="0"/>
                  </a:moveTo>
                  <a:lnTo>
                    <a:pt x="5142484" y="0"/>
                  </a:lnTo>
                  <a:lnTo>
                    <a:pt x="5142484" y="6118976"/>
                  </a:lnTo>
                  <a:lnTo>
                    <a:pt x="0" y="6118976"/>
                  </a:lnTo>
                  <a:close/>
                </a:path>
              </a:pathLst>
            </a:custGeom>
            <a:solidFill>
              <a:srgbClr val="DFE2E6">
                <a:alpha val="3568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61534" cy="6139445"/>
            </a:xfrm>
            <a:custGeom>
              <a:avLst/>
              <a:gdLst/>
              <a:ahLst/>
              <a:cxnLst/>
              <a:rect r="r" b="b" t="t" l="l"/>
              <a:pathLst>
                <a:path h="6139445" w="5161534">
                  <a:moveTo>
                    <a:pt x="9525" y="0"/>
                  </a:moveTo>
                  <a:lnTo>
                    <a:pt x="5152009" y="0"/>
                  </a:lnTo>
                  <a:cubicBezTo>
                    <a:pt x="5157216" y="0"/>
                    <a:pt x="5161534" y="4640"/>
                    <a:pt x="5161534" y="10234"/>
                  </a:cubicBezTo>
                  <a:lnTo>
                    <a:pt x="5161534" y="6129210"/>
                  </a:lnTo>
                  <a:cubicBezTo>
                    <a:pt x="5161534" y="6134805"/>
                    <a:pt x="5157216" y="6139445"/>
                    <a:pt x="5152009" y="6139445"/>
                  </a:cubicBezTo>
                  <a:lnTo>
                    <a:pt x="9525" y="6139445"/>
                  </a:lnTo>
                  <a:cubicBezTo>
                    <a:pt x="4318" y="6139445"/>
                    <a:pt x="0" y="6134805"/>
                    <a:pt x="0" y="6129210"/>
                  </a:cubicBezTo>
                  <a:lnTo>
                    <a:pt x="0" y="10234"/>
                  </a:lnTo>
                  <a:cubicBezTo>
                    <a:pt x="0" y="4640"/>
                    <a:pt x="4318" y="0"/>
                    <a:pt x="9525" y="0"/>
                  </a:cubicBezTo>
                  <a:moveTo>
                    <a:pt x="9525" y="20469"/>
                  </a:moveTo>
                  <a:lnTo>
                    <a:pt x="9525" y="10234"/>
                  </a:lnTo>
                  <a:lnTo>
                    <a:pt x="19050" y="10234"/>
                  </a:lnTo>
                  <a:lnTo>
                    <a:pt x="19050" y="6129210"/>
                  </a:lnTo>
                  <a:lnTo>
                    <a:pt x="9525" y="6129210"/>
                  </a:lnTo>
                  <a:lnTo>
                    <a:pt x="9525" y="6118976"/>
                  </a:lnTo>
                  <a:lnTo>
                    <a:pt x="5152009" y="6118976"/>
                  </a:lnTo>
                  <a:lnTo>
                    <a:pt x="5152009" y="6129210"/>
                  </a:lnTo>
                  <a:lnTo>
                    <a:pt x="5142484" y="6129210"/>
                  </a:lnTo>
                  <a:lnTo>
                    <a:pt x="5142484" y="10234"/>
                  </a:lnTo>
                  <a:lnTo>
                    <a:pt x="5152009" y="10234"/>
                  </a:lnTo>
                  <a:lnTo>
                    <a:pt x="5152009" y="20469"/>
                  </a:lnTo>
                  <a:lnTo>
                    <a:pt x="9525" y="20469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85624" y="2271269"/>
            <a:ext cx="842798" cy="842798"/>
            <a:chOff x="0" y="0"/>
            <a:chExt cx="1123731" cy="11237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52323"/>
                  </a:moveTo>
                  <a:cubicBezTo>
                    <a:pt x="0" y="247269"/>
                    <a:pt x="247269" y="0"/>
                    <a:pt x="552323" y="0"/>
                  </a:cubicBezTo>
                  <a:lnTo>
                    <a:pt x="571373" y="0"/>
                  </a:lnTo>
                  <a:cubicBezTo>
                    <a:pt x="876427" y="0"/>
                    <a:pt x="1123696" y="247269"/>
                    <a:pt x="1123696" y="552323"/>
                  </a:cubicBezTo>
                  <a:lnTo>
                    <a:pt x="1123696" y="571373"/>
                  </a:lnTo>
                  <a:cubicBezTo>
                    <a:pt x="1123696" y="876427"/>
                    <a:pt x="876427" y="1123696"/>
                    <a:pt x="571373" y="1123696"/>
                  </a:cubicBezTo>
                  <a:lnTo>
                    <a:pt x="552323" y="1123696"/>
                  </a:lnTo>
                  <a:cubicBezTo>
                    <a:pt x="247269" y="1123696"/>
                    <a:pt x="0" y="876427"/>
                    <a:pt x="0" y="571373"/>
                  </a:cubicBezTo>
                  <a:close/>
                </a:path>
              </a:pathLst>
            </a:custGeom>
            <a:solidFill>
              <a:srgbClr val="39499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121069" y="1978432"/>
            <a:ext cx="3871156" cy="4604605"/>
            <a:chOff x="0" y="0"/>
            <a:chExt cx="5161542" cy="61394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525" y="10234"/>
              <a:ext cx="5142484" cy="6118976"/>
            </a:xfrm>
            <a:custGeom>
              <a:avLst/>
              <a:gdLst/>
              <a:ahLst/>
              <a:cxnLst/>
              <a:rect r="r" b="b" t="t" l="l"/>
              <a:pathLst>
                <a:path h="6118976" w="5142484">
                  <a:moveTo>
                    <a:pt x="0" y="0"/>
                  </a:moveTo>
                  <a:lnTo>
                    <a:pt x="5142484" y="0"/>
                  </a:lnTo>
                  <a:lnTo>
                    <a:pt x="5142484" y="6118976"/>
                  </a:lnTo>
                  <a:lnTo>
                    <a:pt x="0" y="6118976"/>
                  </a:lnTo>
                  <a:close/>
                </a:path>
              </a:pathLst>
            </a:custGeom>
            <a:solidFill>
              <a:srgbClr val="DFE2E6">
                <a:alpha val="3568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61534" cy="6139445"/>
            </a:xfrm>
            <a:custGeom>
              <a:avLst/>
              <a:gdLst/>
              <a:ahLst/>
              <a:cxnLst/>
              <a:rect r="r" b="b" t="t" l="l"/>
              <a:pathLst>
                <a:path h="6139445" w="5161534">
                  <a:moveTo>
                    <a:pt x="9525" y="0"/>
                  </a:moveTo>
                  <a:lnTo>
                    <a:pt x="5152009" y="0"/>
                  </a:lnTo>
                  <a:cubicBezTo>
                    <a:pt x="5157216" y="0"/>
                    <a:pt x="5161534" y="4640"/>
                    <a:pt x="5161534" y="10234"/>
                  </a:cubicBezTo>
                  <a:lnTo>
                    <a:pt x="5161534" y="6129210"/>
                  </a:lnTo>
                  <a:cubicBezTo>
                    <a:pt x="5161534" y="6134805"/>
                    <a:pt x="5157216" y="6139445"/>
                    <a:pt x="5152009" y="6139445"/>
                  </a:cubicBezTo>
                  <a:lnTo>
                    <a:pt x="9525" y="6139445"/>
                  </a:lnTo>
                  <a:cubicBezTo>
                    <a:pt x="4318" y="6139445"/>
                    <a:pt x="0" y="6134805"/>
                    <a:pt x="0" y="6129210"/>
                  </a:cubicBezTo>
                  <a:lnTo>
                    <a:pt x="0" y="10234"/>
                  </a:lnTo>
                  <a:cubicBezTo>
                    <a:pt x="0" y="4640"/>
                    <a:pt x="4318" y="0"/>
                    <a:pt x="9525" y="0"/>
                  </a:cubicBezTo>
                  <a:moveTo>
                    <a:pt x="9525" y="20469"/>
                  </a:moveTo>
                  <a:lnTo>
                    <a:pt x="9525" y="10234"/>
                  </a:lnTo>
                  <a:lnTo>
                    <a:pt x="19050" y="10234"/>
                  </a:lnTo>
                  <a:lnTo>
                    <a:pt x="19050" y="6129210"/>
                  </a:lnTo>
                  <a:lnTo>
                    <a:pt x="9525" y="6129210"/>
                  </a:lnTo>
                  <a:lnTo>
                    <a:pt x="9525" y="6118976"/>
                  </a:lnTo>
                  <a:lnTo>
                    <a:pt x="5152009" y="6118976"/>
                  </a:lnTo>
                  <a:lnTo>
                    <a:pt x="5152009" y="6129210"/>
                  </a:lnTo>
                  <a:lnTo>
                    <a:pt x="5142484" y="6129210"/>
                  </a:lnTo>
                  <a:lnTo>
                    <a:pt x="5142484" y="10234"/>
                  </a:lnTo>
                  <a:lnTo>
                    <a:pt x="5152009" y="10234"/>
                  </a:lnTo>
                  <a:lnTo>
                    <a:pt x="5152009" y="20469"/>
                  </a:lnTo>
                  <a:lnTo>
                    <a:pt x="9525" y="20469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428190" y="2271269"/>
            <a:ext cx="842798" cy="842798"/>
            <a:chOff x="0" y="0"/>
            <a:chExt cx="1123731" cy="11237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52323"/>
                  </a:moveTo>
                  <a:cubicBezTo>
                    <a:pt x="0" y="247269"/>
                    <a:pt x="247269" y="0"/>
                    <a:pt x="552323" y="0"/>
                  </a:cubicBezTo>
                  <a:lnTo>
                    <a:pt x="571373" y="0"/>
                  </a:lnTo>
                  <a:cubicBezTo>
                    <a:pt x="876427" y="0"/>
                    <a:pt x="1123696" y="247269"/>
                    <a:pt x="1123696" y="552323"/>
                  </a:cubicBezTo>
                  <a:lnTo>
                    <a:pt x="1123696" y="571373"/>
                  </a:lnTo>
                  <a:cubicBezTo>
                    <a:pt x="1123696" y="876427"/>
                    <a:pt x="876427" y="1123696"/>
                    <a:pt x="571373" y="1123696"/>
                  </a:cubicBezTo>
                  <a:lnTo>
                    <a:pt x="552323" y="1123696"/>
                  </a:lnTo>
                  <a:cubicBezTo>
                    <a:pt x="247269" y="1123696"/>
                    <a:pt x="0" y="876427"/>
                    <a:pt x="0" y="571373"/>
                  </a:cubicBezTo>
                  <a:close/>
                </a:path>
              </a:pathLst>
            </a:custGeom>
            <a:solidFill>
              <a:srgbClr val="39499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263634" y="1978432"/>
            <a:ext cx="3871156" cy="4604605"/>
            <a:chOff x="0" y="0"/>
            <a:chExt cx="5161542" cy="61394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9525" y="10234"/>
              <a:ext cx="5142484" cy="6118976"/>
            </a:xfrm>
            <a:custGeom>
              <a:avLst/>
              <a:gdLst/>
              <a:ahLst/>
              <a:cxnLst/>
              <a:rect r="r" b="b" t="t" l="l"/>
              <a:pathLst>
                <a:path h="6118976" w="5142484">
                  <a:moveTo>
                    <a:pt x="0" y="0"/>
                  </a:moveTo>
                  <a:lnTo>
                    <a:pt x="5142484" y="0"/>
                  </a:lnTo>
                  <a:lnTo>
                    <a:pt x="5142484" y="6118976"/>
                  </a:lnTo>
                  <a:lnTo>
                    <a:pt x="0" y="6118976"/>
                  </a:lnTo>
                  <a:close/>
                </a:path>
              </a:pathLst>
            </a:custGeom>
            <a:solidFill>
              <a:srgbClr val="DFE2E6">
                <a:alpha val="3568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61534" cy="6139445"/>
            </a:xfrm>
            <a:custGeom>
              <a:avLst/>
              <a:gdLst/>
              <a:ahLst/>
              <a:cxnLst/>
              <a:rect r="r" b="b" t="t" l="l"/>
              <a:pathLst>
                <a:path h="6139445" w="5161534">
                  <a:moveTo>
                    <a:pt x="9525" y="0"/>
                  </a:moveTo>
                  <a:lnTo>
                    <a:pt x="5152009" y="0"/>
                  </a:lnTo>
                  <a:cubicBezTo>
                    <a:pt x="5157216" y="0"/>
                    <a:pt x="5161534" y="4640"/>
                    <a:pt x="5161534" y="10234"/>
                  </a:cubicBezTo>
                  <a:lnTo>
                    <a:pt x="5161534" y="6129210"/>
                  </a:lnTo>
                  <a:cubicBezTo>
                    <a:pt x="5161534" y="6134805"/>
                    <a:pt x="5157216" y="6139445"/>
                    <a:pt x="5152009" y="6139445"/>
                  </a:cubicBezTo>
                  <a:lnTo>
                    <a:pt x="9525" y="6139445"/>
                  </a:lnTo>
                  <a:cubicBezTo>
                    <a:pt x="4318" y="6139445"/>
                    <a:pt x="0" y="6134805"/>
                    <a:pt x="0" y="6129210"/>
                  </a:cubicBezTo>
                  <a:lnTo>
                    <a:pt x="0" y="10234"/>
                  </a:lnTo>
                  <a:cubicBezTo>
                    <a:pt x="0" y="4640"/>
                    <a:pt x="4318" y="0"/>
                    <a:pt x="9525" y="0"/>
                  </a:cubicBezTo>
                  <a:moveTo>
                    <a:pt x="9525" y="20469"/>
                  </a:moveTo>
                  <a:lnTo>
                    <a:pt x="9525" y="10234"/>
                  </a:lnTo>
                  <a:lnTo>
                    <a:pt x="19050" y="10234"/>
                  </a:lnTo>
                  <a:lnTo>
                    <a:pt x="19050" y="6129210"/>
                  </a:lnTo>
                  <a:lnTo>
                    <a:pt x="9525" y="6129210"/>
                  </a:lnTo>
                  <a:lnTo>
                    <a:pt x="9525" y="6118976"/>
                  </a:lnTo>
                  <a:lnTo>
                    <a:pt x="5152009" y="6118976"/>
                  </a:lnTo>
                  <a:lnTo>
                    <a:pt x="5152009" y="6129210"/>
                  </a:lnTo>
                  <a:lnTo>
                    <a:pt x="5142484" y="6129210"/>
                  </a:lnTo>
                  <a:lnTo>
                    <a:pt x="5142484" y="10234"/>
                  </a:lnTo>
                  <a:lnTo>
                    <a:pt x="5152009" y="10234"/>
                  </a:lnTo>
                  <a:lnTo>
                    <a:pt x="5152009" y="20469"/>
                  </a:lnTo>
                  <a:lnTo>
                    <a:pt x="9525" y="20469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570756" y="2271269"/>
            <a:ext cx="842798" cy="842798"/>
            <a:chOff x="0" y="0"/>
            <a:chExt cx="1123731" cy="11237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52323"/>
                  </a:moveTo>
                  <a:cubicBezTo>
                    <a:pt x="0" y="247269"/>
                    <a:pt x="247269" y="0"/>
                    <a:pt x="552323" y="0"/>
                  </a:cubicBezTo>
                  <a:lnTo>
                    <a:pt x="571373" y="0"/>
                  </a:lnTo>
                  <a:cubicBezTo>
                    <a:pt x="876427" y="0"/>
                    <a:pt x="1123696" y="247269"/>
                    <a:pt x="1123696" y="552323"/>
                  </a:cubicBezTo>
                  <a:lnTo>
                    <a:pt x="1123696" y="571373"/>
                  </a:lnTo>
                  <a:cubicBezTo>
                    <a:pt x="1123696" y="876427"/>
                    <a:pt x="876427" y="1123696"/>
                    <a:pt x="571373" y="1123696"/>
                  </a:cubicBezTo>
                  <a:lnTo>
                    <a:pt x="552323" y="1123696"/>
                  </a:lnTo>
                  <a:cubicBezTo>
                    <a:pt x="247269" y="1123696"/>
                    <a:pt x="0" y="876427"/>
                    <a:pt x="0" y="571373"/>
                  </a:cubicBezTo>
                  <a:close/>
                </a:path>
              </a:pathLst>
            </a:custGeom>
            <a:solidFill>
              <a:srgbClr val="39499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420485" y="1978432"/>
            <a:ext cx="3871156" cy="4604605"/>
            <a:chOff x="0" y="0"/>
            <a:chExt cx="5161542" cy="613947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9525" y="10234"/>
              <a:ext cx="5142484" cy="6118976"/>
            </a:xfrm>
            <a:custGeom>
              <a:avLst/>
              <a:gdLst/>
              <a:ahLst/>
              <a:cxnLst/>
              <a:rect r="r" b="b" t="t" l="l"/>
              <a:pathLst>
                <a:path h="6118976" w="5142484">
                  <a:moveTo>
                    <a:pt x="0" y="0"/>
                  </a:moveTo>
                  <a:lnTo>
                    <a:pt x="5142484" y="0"/>
                  </a:lnTo>
                  <a:lnTo>
                    <a:pt x="5142484" y="6118976"/>
                  </a:lnTo>
                  <a:lnTo>
                    <a:pt x="0" y="6118976"/>
                  </a:lnTo>
                  <a:close/>
                </a:path>
              </a:pathLst>
            </a:custGeom>
            <a:solidFill>
              <a:srgbClr val="DFE2E6">
                <a:alpha val="3568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61534" cy="6139445"/>
            </a:xfrm>
            <a:custGeom>
              <a:avLst/>
              <a:gdLst/>
              <a:ahLst/>
              <a:cxnLst/>
              <a:rect r="r" b="b" t="t" l="l"/>
              <a:pathLst>
                <a:path h="6139445" w="5161534">
                  <a:moveTo>
                    <a:pt x="9525" y="0"/>
                  </a:moveTo>
                  <a:lnTo>
                    <a:pt x="5152009" y="0"/>
                  </a:lnTo>
                  <a:cubicBezTo>
                    <a:pt x="5157216" y="0"/>
                    <a:pt x="5161534" y="4640"/>
                    <a:pt x="5161534" y="10234"/>
                  </a:cubicBezTo>
                  <a:lnTo>
                    <a:pt x="5161534" y="6129210"/>
                  </a:lnTo>
                  <a:cubicBezTo>
                    <a:pt x="5161534" y="6134805"/>
                    <a:pt x="5157216" y="6139445"/>
                    <a:pt x="5152009" y="6139445"/>
                  </a:cubicBezTo>
                  <a:lnTo>
                    <a:pt x="9525" y="6139445"/>
                  </a:lnTo>
                  <a:cubicBezTo>
                    <a:pt x="4318" y="6139445"/>
                    <a:pt x="0" y="6134805"/>
                    <a:pt x="0" y="6129210"/>
                  </a:cubicBezTo>
                  <a:lnTo>
                    <a:pt x="0" y="10234"/>
                  </a:lnTo>
                  <a:cubicBezTo>
                    <a:pt x="0" y="4640"/>
                    <a:pt x="4318" y="0"/>
                    <a:pt x="9525" y="0"/>
                  </a:cubicBezTo>
                  <a:moveTo>
                    <a:pt x="9525" y="20469"/>
                  </a:moveTo>
                  <a:lnTo>
                    <a:pt x="9525" y="10234"/>
                  </a:lnTo>
                  <a:lnTo>
                    <a:pt x="19050" y="10234"/>
                  </a:lnTo>
                  <a:lnTo>
                    <a:pt x="19050" y="6129210"/>
                  </a:lnTo>
                  <a:lnTo>
                    <a:pt x="9525" y="6129210"/>
                  </a:lnTo>
                  <a:lnTo>
                    <a:pt x="9525" y="6118976"/>
                  </a:lnTo>
                  <a:lnTo>
                    <a:pt x="5152009" y="6118976"/>
                  </a:lnTo>
                  <a:lnTo>
                    <a:pt x="5152009" y="6129210"/>
                  </a:lnTo>
                  <a:lnTo>
                    <a:pt x="5142484" y="6129210"/>
                  </a:lnTo>
                  <a:lnTo>
                    <a:pt x="5142484" y="10234"/>
                  </a:lnTo>
                  <a:lnTo>
                    <a:pt x="5152009" y="10234"/>
                  </a:lnTo>
                  <a:lnTo>
                    <a:pt x="5152009" y="20469"/>
                  </a:lnTo>
                  <a:lnTo>
                    <a:pt x="9525" y="20469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713322" y="2271269"/>
            <a:ext cx="842798" cy="842798"/>
            <a:chOff x="0" y="0"/>
            <a:chExt cx="1123731" cy="11237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52323"/>
                  </a:moveTo>
                  <a:cubicBezTo>
                    <a:pt x="0" y="247269"/>
                    <a:pt x="247269" y="0"/>
                    <a:pt x="552323" y="0"/>
                  </a:cubicBezTo>
                  <a:lnTo>
                    <a:pt x="571373" y="0"/>
                  </a:lnTo>
                  <a:cubicBezTo>
                    <a:pt x="876427" y="0"/>
                    <a:pt x="1123696" y="247269"/>
                    <a:pt x="1123696" y="552323"/>
                  </a:cubicBezTo>
                  <a:lnTo>
                    <a:pt x="1123696" y="571373"/>
                  </a:lnTo>
                  <a:cubicBezTo>
                    <a:pt x="1123696" y="876427"/>
                    <a:pt x="876427" y="1123696"/>
                    <a:pt x="571373" y="1123696"/>
                  </a:cubicBezTo>
                  <a:lnTo>
                    <a:pt x="552323" y="1123696"/>
                  </a:lnTo>
                  <a:cubicBezTo>
                    <a:pt x="247269" y="1123696"/>
                    <a:pt x="0" y="876427"/>
                    <a:pt x="0" y="571373"/>
                  </a:cubicBezTo>
                  <a:close/>
                </a:path>
              </a:pathLst>
            </a:custGeom>
            <a:solidFill>
              <a:srgbClr val="39499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78503" y="6703895"/>
            <a:ext cx="8013722" cy="2756949"/>
            <a:chOff x="0" y="0"/>
            <a:chExt cx="10684963" cy="36759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9525" y="9525"/>
              <a:ext cx="10665968" cy="3656838"/>
            </a:xfrm>
            <a:custGeom>
              <a:avLst/>
              <a:gdLst/>
              <a:ahLst/>
              <a:cxnLst/>
              <a:rect r="r" b="b" t="t" l="l"/>
              <a:pathLst>
                <a:path h="3656838" w="10665968">
                  <a:moveTo>
                    <a:pt x="0" y="0"/>
                  </a:moveTo>
                  <a:lnTo>
                    <a:pt x="10665968" y="0"/>
                  </a:lnTo>
                  <a:lnTo>
                    <a:pt x="10665968" y="3656838"/>
                  </a:lnTo>
                  <a:lnTo>
                    <a:pt x="0" y="3656838"/>
                  </a:lnTo>
                  <a:close/>
                </a:path>
              </a:pathLst>
            </a:custGeom>
            <a:solidFill>
              <a:srgbClr val="DFE2E6">
                <a:alpha val="3568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85018" cy="3675888"/>
            </a:xfrm>
            <a:custGeom>
              <a:avLst/>
              <a:gdLst/>
              <a:ahLst/>
              <a:cxnLst/>
              <a:rect r="r" b="b" t="t" l="l"/>
              <a:pathLst>
                <a:path h="3675888" w="10685018">
                  <a:moveTo>
                    <a:pt x="9525" y="0"/>
                  </a:moveTo>
                  <a:lnTo>
                    <a:pt x="10675493" y="0"/>
                  </a:lnTo>
                  <a:cubicBezTo>
                    <a:pt x="10680700" y="0"/>
                    <a:pt x="10685018" y="4318"/>
                    <a:pt x="10685018" y="9525"/>
                  </a:cubicBezTo>
                  <a:lnTo>
                    <a:pt x="10685018" y="3666363"/>
                  </a:lnTo>
                  <a:cubicBezTo>
                    <a:pt x="10685018" y="3671570"/>
                    <a:pt x="10680700" y="3675888"/>
                    <a:pt x="10675493" y="3675888"/>
                  </a:cubicBezTo>
                  <a:lnTo>
                    <a:pt x="9525" y="3675888"/>
                  </a:lnTo>
                  <a:cubicBezTo>
                    <a:pt x="4318" y="3675888"/>
                    <a:pt x="0" y="3671570"/>
                    <a:pt x="0" y="3666363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3666363"/>
                  </a:lnTo>
                  <a:lnTo>
                    <a:pt x="9525" y="3666363"/>
                  </a:lnTo>
                  <a:lnTo>
                    <a:pt x="9525" y="3656838"/>
                  </a:lnTo>
                  <a:lnTo>
                    <a:pt x="10675493" y="3656838"/>
                  </a:lnTo>
                  <a:lnTo>
                    <a:pt x="10675493" y="3666363"/>
                  </a:lnTo>
                  <a:lnTo>
                    <a:pt x="10665968" y="3666363"/>
                  </a:lnTo>
                  <a:lnTo>
                    <a:pt x="10665968" y="9525"/>
                  </a:lnTo>
                  <a:lnTo>
                    <a:pt x="10675493" y="9525"/>
                  </a:lnTo>
                  <a:lnTo>
                    <a:pt x="10675493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85624" y="6978081"/>
            <a:ext cx="842798" cy="842798"/>
            <a:chOff x="0" y="0"/>
            <a:chExt cx="1123731" cy="11237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52323"/>
                  </a:moveTo>
                  <a:cubicBezTo>
                    <a:pt x="0" y="247269"/>
                    <a:pt x="247269" y="0"/>
                    <a:pt x="552323" y="0"/>
                  </a:cubicBezTo>
                  <a:lnTo>
                    <a:pt x="571373" y="0"/>
                  </a:lnTo>
                  <a:cubicBezTo>
                    <a:pt x="876427" y="0"/>
                    <a:pt x="1123696" y="247269"/>
                    <a:pt x="1123696" y="552323"/>
                  </a:cubicBezTo>
                  <a:lnTo>
                    <a:pt x="1123696" y="571373"/>
                  </a:lnTo>
                  <a:cubicBezTo>
                    <a:pt x="1123696" y="876427"/>
                    <a:pt x="876427" y="1123696"/>
                    <a:pt x="571373" y="1123696"/>
                  </a:cubicBezTo>
                  <a:lnTo>
                    <a:pt x="552323" y="1123696"/>
                  </a:lnTo>
                  <a:cubicBezTo>
                    <a:pt x="247269" y="1123696"/>
                    <a:pt x="0" y="876427"/>
                    <a:pt x="0" y="571373"/>
                  </a:cubicBezTo>
                  <a:close/>
                </a:path>
              </a:pathLst>
            </a:custGeom>
            <a:solidFill>
              <a:srgbClr val="39499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263634" y="6703895"/>
            <a:ext cx="8013722" cy="2756949"/>
            <a:chOff x="0" y="0"/>
            <a:chExt cx="10684963" cy="36759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9525" y="9525"/>
              <a:ext cx="10665968" cy="3656838"/>
            </a:xfrm>
            <a:custGeom>
              <a:avLst/>
              <a:gdLst/>
              <a:ahLst/>
              <a:cxnLst/>
              <a:rect r="r" b="b" t="t" l="l"/>
              <a:pathLst>
                <a:path h="3656838" w="10665968">
                  <a:moveTo>
                    <a:pt x="0" y="0"/>
                  </a:moveTo>
                  <a:lnTo>
                    <a:pt x="10665968" y="0"/>
                  </a:lnTo>
                  <a:lnTo>
                    <a:pt x="10665968" y="3656838"/>
                  </a:lnTo>
                  <a:lnTo>
                    <a:pt x="0" y="3656838"/>
                  </a:lnTo>
                  <a:close/>
                </a:path>
              </a:pathLst>
            </a:custGeom>
            <a:solidFill>
              <a:srgbClr val="DFE2E6">
                <a:alpha val="3568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85018" cy="3675888"/>
            </a:xfrm>
            <a:custGeom>
              <a:avLst/>
              <a:gdLst/>
              <a:ahLst/>
              <a:cxnLst/>
              <a:rect r="r" b="b" t="t" l="l"/>
              <a:pathLst>
                <a:path h="3675888" w="10685018">
                  <a:moveTo>
                    <a:pt x="9525" y="0"/>
                  </a:moveTo>
                  <a:lnTo>
                    <a:pt x="10675493" y="0"/>
                  </a:lnTo>
                  <a:cubicBezTo>
                    <a:pt x="10680700" y="0"/>
                    <a:pt x="10685018" y="4318"/>
                    <a:pt x="10685018" y="9525"/>
                  </a:cubicBezTo>
                  <a:lnTo>
                    <a:pt x="10685018" y="3666363"/>
                  </a:lnTo>
                  <a:cubicBezTo>
                    <a:pt x="10685018" y="3671570"/>
                    <a:pt x="10680700" y="3675888"/>
                    <a:pt x="10675493" y="3675888"/>
                  </a:cubicBezTo>
                  <a:lnTo>
                    <a:pt x="9525" y="3675888"/>
                  </a:lnTo>
                  <a:cubicBezTo>
                    <a:pt x="4318" y="3675888"/>
                    <a:pt x="0" y="3671570"/>
                    <a:pt x="0" y="3666363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3666363"/>
                  </a:lnTo>
                  <a:lnTo>
                    <a:pt x="9525" y="3666363"/>
                  </a:lnTo>
                  <a:lnTo>
                    <a:pt x="9525" y="3656838"/>
                  </a:lnTo>
                  <a:lnTo>
                    <a:pt x="10675493" y="3656838"/>
                  </a:lnTo>
                  <a:lnTo>
                    <a:pt x="10675493" y="3666363"/>
                  </a:lnTo>
                  <a:lnTo>
                    <a:pt x="10665968" y="3666363"/>
                  </a:lnTo>
                  <a:lnTo>
                    <a:pt x="10665968" y="9525"/>
                  </a:lnTo>
                  <a:lnTo>
                    <a:pt x="10675493" y="9525"/>
                  </a:lnTo>
                  <a:lnTo>
                    <a:pt x="10675493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570756" y="6978081"/>
            <a:ext cx="842798" cy="842798"/>
            <a:chOff x="0" y="0"/>
            <a:chExt cx="1123731" cy="11237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52323"/>
                  </a:moveTo>
                  <a:cubicBezTo>
                    <a:pt x="0" y="247269"/>
                    <a:pt x="247269" y="0"/>
                    <a:pt x="552323" y="0"/>
                  </a:cubicBezTo>
                  <a:lnTo>
                    <a:pt x="571373" y="0"/>
                  </a:lnTo>
                  <a:cubicBezTo>
                    <a:pt x="876427" y="0"/>
                    <a:pt x="1123696" y="247269"/>
                    <a:pt x="1123696" y="552323"/>
                  </a:cubicBezTo>
                  <a:lnTo>
                    <a:pt x="1123696" y="571373"/>
                  </a:lnTo>
                  <a:cubicBezTo>
                    <a:pt x="1123696" y="876427"/>
                    <a:pt x="876427" y="1123696"/>
                    <a:pt x="571373" y="1123696"/>
                  </a:cubicBezTo>
                  <a:lnTo>
                    <a:pt x="552323" y="1123696"/>
                  </a:lnTo>
                  <a:cubicBezTo>
                    <a:pt x="247269" y="1123696"/>
                    <a:pt x="0" y="876427"/>
                    <a:pt x="0" y="571373"/>
                  </a:cubicBezTo>
                  <a:close/>
                </a:path>
              </a:pathLst>
            </a:custGeom>
            <a:solidFill>
              <a:srgbClr val="39499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85645" y="985645"/>
            <a:ext cx="16298854" cy="671381"/>
            <a:chOff x="0" y="0"/>
            <a:chExt cx="21731806" cy="8951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731805" cy="895175"/>
            </a:xfrm>
            <a:custGeom>
              <a:avLst/>
              <a:gdLst/>
              <a:ahLst/>
              <a:cxnLst/>
              <a:rect r="r" b="b" t="t" l="l"/>
              <a:pathLst>
                <a:path h="895175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895175"/>
                  </a:lnTo>
                  <a:lnTo>
                    <a:pt x="0" y="8951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42875"/>
              <a:ext cx="21731806" cy="103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16"/>
                </a:lnSpc>
              </a:pPr>
              <a:r>
                <a:rPr lang="en-US" sz="438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Objectives of the Project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85624" y="3414046"/>
            <a:ext cx="3256914" cy="2542678"/>
            <a:chOff x="0" y="0"/>
            <a:chExt cx="4342552" cy="339023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42552" cy="3390238"/>
            </a:xfrm>
            <a:custGeom>
              <a:avLst/>
              <a:gdLst/>
              <a:ahLst/>
              <a:cxnLst/>
              <a:rect r="r" b="b" t="t" l="l"/>
              <a:pathLst>
                <a:path h="3390238" w="4342552">
                  <a:moveTo>
                    <a:pt x="0" y="0"/>
                  </a:moveTo>
                  <a:lnTo>
                    <a:pt x="4342552" y="0"/>
                  </a:lnTo>
                  <a:lnTo>
                    <a:pt x="4342552" y="3390238"/>
                  </a:lnTo>
                  <a:lnTo>
                    <a:pt x="0" y="33902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0"/>
              <a:ext cx="4342552" cy="348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Build a real-time inventory management solution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428190" y="3414046"/>
            <a:ext cx="3256914" cy="3168992"/>
            <a:chOff x="0" y="0"/>
            <a:chExt cx="4342552" cy="422532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42552" cy="4225323"/>
            </a:xfrm>
            <a:custGeom>
              <a:avLst/>
              <a:gdLst/>
              <a:ahLst/>
              <a:cxnLst/>
              <a:rect r="r" b="b" t="t" l="l"/>
              <a:pathLst>
                <a:path h="4225323" w="4342552">
                  <a:moveTo>
                    <a:pt x="0" y="0"/>
                  </a:moveTo>
                  <a:lnTo>
                    <a:pt x="4342552" y="0"/>
                  </a:lnTo>
                  <a:lnTo>
                    <a:pt x="4342552" y="4225323"/>
                  </a:lnTo>
                  <a:lnTo>
                    <a:pt x="0" y="42253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4342552" cy="4320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Implement secure staff login using BCrypt and JWT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570756" y="3414046"/>
            <a:ext cx="3256914" cy="3168992"/>
            <a:chOff x="0" y="0"/>
            <a:chExt cx="4342552" cy="422532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42552" cy="4225323"/>
            </a:xfrm>
            <a:custGeom>
              <a:avLst/>
              <a:gdLst/>
              <a:ahLst/>
              <a:cxnLst/>
              <a:rect r="r" b="b" t="t" l="l"/>
              <a:pathLst>
                <a:path h="4225323" w="4342552">
                  <a:moveTo>
                    <a:pt x="0" y="0"/>
                  </a:moveTo>
                  <a:lnTo>
                    <a:pt x="4342552" y="0"/>
                  </a:lnTo>
                  <a:lnTo>
                    <a:pt x="4342552" y="4225323"/>
                  </a:lnTo>
                  <a:lnTo>
                    <a:pt x="0" y="42253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0"/>
              <a:ext cx="4342552" cy="4320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Allow easy item management (add, update, delete, view)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713322" y="3414046"/>
            <a:ext cx="3256914" cy="3168992"/>
            <a:chOff x="0" y="0"/>
            <a:chExt cx="4342552" cy="422532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42552" cy="4225323"/>
            </a:xfrm>
            <a:custGeom>
              <a:avLst/>
              <a:gdLst/>
              <a:ahLst/>
              <a:cxnLst/>
              <a:rect r="r" b="b" t="t" l="l"/>
              <a:pathLst>
                <a:path h="4225323" w="4342552">
                  <a:moveTo>
                    <a:pt x="0" y="0"/>
                  </a:moveTo>
                  <a:lnTo>
                    <a:pt x="4342552" y="0"/>
                  </a:lnTo>
                  <a:lnTo>
                    <a:pt x="4342552" y="4225323"/>
                  </a:lnTo>
                  <a:lnTo>
                    <a:pt x="0" y="42253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0"/>
              <a:ext cx="4342552" cy="4320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Track customer details and product movement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85624" y="7970868"/>
            <a:ext cx="6942369" cy="499965"/>
            <a:chOff x="0" y="0"/>
            <a:chExt cx="9256492" cy="6666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56492" cy="666620"/>
            </a:xfrm>
            <a:custGeom>
              <a:avLst/>
              <a:gdLst/>
              <a:ahLst/>
              <a:cxnLst/>
              <a:rect r="r" b="b" t="t" l="l"/>
              <a:pathLst>
                <a:path h="666620" w="9256492">
                  <a:moveTo>
                    <a:pt x="0" y="0"/>
                  </a:moveTo>
                  <a:lnTo>
                    <a:pt x="9256492" y="0"/>
                  </a:lnTo>
                  <a:lnTo>
                    <a:pt x="9256492" y="666620"/>
                  </a:lnTo>
                  <a:lnTo>
                    <a:pt x="0" y="666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0"/>
              <a:ext cx="9256492" cy="76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Provide automated stock alerts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570756" y="7970868"/>
            <a:ext cx="7399480" cy="1014214"/>
            <a:chOff x="0" y="0"/>
            <a:chExt cx="9865973" cy="135228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865973" cy="1352286"/>
            </a:xfrm>
            <a:custGeom>
              <a:avLst/>
              <a:gdLst/>
              <a:ahLst/>
              <a:cxnLst/>
              <a:rect r="r" b="b" t="t" l="l"/>
              <a:pathLst>
                <a:path h="1352286" w="9865973">
                  <a:moveTo>
                    <a:pt x="0" y="0"/>
                  </a:moveTo>
                  <a:lnTo>
                    <a:pt x="9865973" y="0"/>
                  </a:lnTo>
                  <a:lnTo>
                    <a:pt x="9865973" y="1352286"/>
                  </a:lnTo>
                  <a:lnTo>
                    <a:pt x="0" y="13522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0"/>
              <a:ext cx="9865973" cy="1447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Maintain proper billing and reporting features</a:t>
              </a:r>
            </a:p>
          </p:txBody>
        </p:sp>
      </p:grpSp>
      <p:grpSp>
        <p:nvGrpSpPr>
          <p:cNvPr name="Group 57" id="57"/>
          <p:cNvGrpSpPr>
            <a:grpSpLocks noChangeAspect="true"/>
          </p:cNvGrpSpPr>
          <p:nvPr/>
        </p:nvGrpSpPr>
        <p:grpSpPr>
          <a:xfrm rot="0">
            <a:off x="1585603" y="2556963"/>
            <a:ext cx="242840" cy="271409"/>
            <a:chOff x="0" y="0"/>
            <a:chExt cx="323787" cy="36187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3850" cy="361823"/>
            </a:xfrm>
            <a:custGeom>
              <a:avLst/>
              <a:gdLst/>
              <a:ahLst/>
              <a:cxnLst/>
              <a:rect r="r" b="b" t="t" l="l"/>
              <a:pathLst>
                <a:path h="361823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61823"/>
                  </a:lnTo>
                  <a:lnTo>
                    <a:pt x="0" y="361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816" t="0" r="-6797" b="-1690"/>
              </a:stretch>
            </a:blipFill>
          </p:spPr>
        </p:sp>
      </p:grpSp>
      <p:grpSp>
        <p:nvGrpSpPr>
          <p:cNvPr name="Group 59" id="59"/>
          <p:cNvGrpSpPr>
            <a:grpSpLocks noChangeAspect="true"/>
          </p:cNvGrpSpPr>
          <p:nvPr/>
        </p:nvGrpSpPr>
        <p:grpSpPr>
          <a:xfrm rot="0">
            <a:off x="5728169" y="2556963"/>
            <a:ext cx="242840" cy="271409"/>
            <a:chOff x="0" y="0"/>
            <a:chExt cx="323787" cy="36187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3850" cy="361823"/>
            </a:xfrm>
            <a:custGeom>
              <a:avLst/>
              <a:gdLst/>
              <a:ahLst/>
              <a:cxnLst/>
              <a:rect r="r" b="b" t="t" l="l"/>
              <a:pathLst>
                <a:path h="361823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61823"/>
                  </a:lnTo>
                  <a:lnTo>
                    <a:pt x="0" y="361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816" t="0" r="-6797" b="-1690"/>
              </a:stretch>
            </a:blipFill>
          </p:spPr>
        </p:sp>
      </p:grpSp>
      <p:grpSp>
        <p:nvGrpSpPr>
          <p:cNvPr name="Group 61" id="61"/>
          <p:cNvGrpSpPr>
            <a:grpSpLocks noChangeAspect="true"/>
          </p:cNvGrpSpPr>
          <p:nvPr/>
        </p:nvGrpSpPr>
        <p:grpSpPr>
          <a:xfrm rot="0">
            <a:off x="9870735" y="2556963"/>
            <a:ext cx="242840" cy="271409"/>
            <a:chOff x="0" y="0"/>
            <a:chExt cx="323787" cy="36187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23850" cy="361823"/>
            </a:xfrm>
            <a:custGeom>
              <a:avLst/>
              <a:gdLst/>
              <a:ahLst/>
              <a:cxnLst/>
              <a:rect r="r" b="b" t="t" l="l"/>
              <a:pathLst>
                <a:path h="361823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61823"/>
                  </a:lnTo>
                  <a:lnTo>
                    <a:pt x="0" y="361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816" t="0" r="-6797" b="-1690"/>
              </a:stretch>
            </a:blipFill>
          </p:spPr>
        </p:sp>
      </p:grpSp>
      <p:grpSp>
        <p:nvGrpSpPr>
          <p:cNvPr name="Group 63" id="63"/>
          <p:cNvGrpSpPr>
            <a:grpSpLocks noChangeAspect="true"/>
          </p:cNvGrpSpPr>
          <p:nvPr/>
        </p:nvGrpSpPr>
        <p:grpSpPr>
          <a:xfrm rot="0">
            <a:off x="14027585" y="2556963"/>
            <a:ext cx="242840" cy="271409"/>
            <a:chOff x="0" y="0"/>
            <a:chExt cx="323787" cy="36187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3850" cy="361823"/>
            </a:xfrm>
            <a:custGeom>
              <a:avLst/>
              <a:gdLst/>
              <a:ahLst/>
              <a:cxnLst/>
              <a:rect r="r" b="b" t="t" l="l"/>
              <a:pathLst>
                <a:path h="361823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61823"/>
                  </a:lnTo>
                  <a:lnTo>
                    <a:pt x="0" y="361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816" t="0" r="-6797" b="-1690"/>
              </a:stretch>
            </a:blipFill>
          </p:spPr>
        </p:sp>
      </p:grpSp>
      <p:grpSp>
        <p:nvGrpSpPr>
          <p:cNvPr name="Group 65" id="65"/>
          <p:cNvGrpSpPr>
            <a:grpSpLocks noChangeAspect="true"/>
          </p:cNvGrpSpPr>
          <p:nvPr/>
        </p:nvGrpSpPr>
        <p:grpSpPr>
          <a:xfrm rot="0">
            <a:off x="1585603" y="7263775"/>
            <a:ext cx="242840" cy="271409"/>
            <a:chOff x="0" y="0"/>
            <a:chExt cx="323787" cy="36187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23850" cy="361823"/>
            </a:xfrm>
            <a:custGeom>
              <a:avLst/>
              <a:gdLst/>
              <a:ahLst/>
              <a:cxnLst/>
              <a:rect r="r" b="b" t="t" l="l"/>
              <a:pathLst>
                <a:path h="361823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61823"/>
                  </a:lnTo>
                  <a:lnTo>
                    <a:pt x="0" y="361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816" t="0" r="-6797" b="-1690"/>
              </a:stretch>
            </a:blipFill>
          </p:spPr>
        </p:sp>
      </p:grpSp>
      <p:grpSp>
        <p:nvGrpSpPr>
          <p:cNvPr name="Group 67" id="67"/>
          <p:cNvGrpSpPr>
            <a:grpSpLocks noChangeAspect="true"/>
          </p:cNvGrpSpPr>
          <p:nvPr/>
        </p:nvGrpSpPr>
        <p:grpSpPr>
          <a:xfrm rot="0">
            <a:off x="9870735" y="7263775"/>
            <a:ext cx="242840" cy="271409"/>
            <a:chOff x="0" y="0"/>
            <a:chExt cx="323787" cy="36187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23850" cy="361823"/>
            </a:xfrm>
            <a:custGeom>
              <a:avLst/>
              <a:gdLst/>
              <a:ahLst/>
              <a:cxnLst/>
              <a:rect r="r" b="b" t="t" l="l"/>
              <a:pathLst>
                <a:path h="361823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61823"/>
                  </a:lnTo>
                  <a:lnTo>
                    <a:pt x="0" y="361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816" t="0" r="-6797" b="-169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0D0A2C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0" t="0" r="-1020" b="-20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70974" y="4042573"/>
            <a:ext cx="10727817" cy="14285"/>
            <a:chOff x="0" y="0"/>
            <a:chExt cx="14303756" cy="190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03756" cy="19050"/>
            </a:xfrm>
            <a:custGeom>
              <a:avLst/>
              <a:gdLst/>
              <a:ahLst/>
              <a:cxnLst/>
              <a:rect r="r" b="b" t="t" l="l"/>
              <a:pathLst>
                <a:path h="19050" w="14303756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4294231" y="0"/>
                  </a:lnTo>
                  <a:cubicBezTo>
                    <a:pt x="14299439" y="0"/>
                    <a:pt x="14303756" y="4318"/>
                    <a:pt x="14303756" y="9525"/>
                  </a:cubicBezTo>
                  <a:cubicBezTo>
                    <a:pt x="14303756" y="14732"/>
                    <a:pt x="14299439" y="19050"/>
                    <a:pt x="14294231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813736" y="6899515"/>
            <a:ext cx="9385054" cy="14285"/>
            <a:chOff x="0" y="0"/>
            <a:chExt cx="12513406" cy="190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13437" cy="19050"/>
            </a:xfrm>
            <a:custGeom>
              <a:avLst/>
              <a:gdLst/>
              <a:ahLst/>
              <a:cxnLst/>
              <a:rect r="r" b="b" t="t" l="l"/>
              <a:pathLst>
                <a:path h="19050" w="12513437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2503912" y="0"/>
                  </a:lnTo>
                  <a:cubicBezTo>
                    <a:pt x="12509119" y="0"/>
                    <a:pt x="12513437" y="4318"/>
                    <a:pt x="12513437" y="9525"/>
                  </a:cubicBezTo>
                  <a:cubicBezTo>
                    <a:pt x="12513437" y="14732"/>
                    <a:pt x="12509119" y="19050"/>
                    <a:pt x="12503912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70784" y="9770742"/>
            <a:ext cx="8042292" cy="14285"/>
            <a:chOff x="0" y="0"/>
            <a:chExt cx="10723056" cy="190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3118" cy="19050"/>
            </a:xfrm>
            <a:custGeom>
              <a:avLst/>
              <a:gdLst/>
              <a:ahLst/>
              <a:cxnLst/>
              <a:rect r="r" b="b" t="t" l="l"/>
              <a:pathLst>
                <a:path h="19050" w="10723118">
                  <a:moveTo>
                    <a:pt x="0" y="9525"/>
                  </a:moveTo>
                  <a:cubicBezTo>
                    <a:pt x="0" y="4318"/>
                    <a:pt x="4318" y="0"/>
                    <a:pt x="9525" y="0"/>
                  </a:cubicBezTo>
                  <a:lnTo>
                    <a:pt x="10713593" y="0"/>
                  </a:lnTo>
                  <a:cubicBezTo>
                    <a:pt x="10718800" y="0"/>
                    <a:pt x="10723118" y="4318"/>
                    <a:pt x="10723118" y="9525"/>
                  </a:cubicBezTo>
                  <a:cubicBezTo>
                    <a:pt x="10723118" y="14732"/>
                    <a:pt x="10718800" y="19050"/>
                    <a:pt x="10713593" y="19050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4142566" y="1199916"/>
            <a:ext cx="1814158" cy="2814088"/>
            <a:chOff x="0" y="0"/>
            <a:chExt cx="2418878" cy="37521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18842" cy="3752088"/>
            </a:xfrm>
            <a:custGeom>
              <a:avLst/>
              <a:gdLst/>
              <a:ahLst/>
              <a:cxnLst/>
              <a:rect r="r" b="b" t="t" l="l"/>
              <a:pathLst>
                <a:path h="3752088" w="2418842">
                  <a:moveTo>
                    <a:pt x="0" y="0"/>
                  </a:moveTo>
                  <a:lnTo>
                    <a:pt x="2418842" y="0"/>
                  </a:lnTo>
                  <a:lnTo>
                    <a:pt x="2418842" y="3752088"/>
                  </a:lnTo>
                  <a:lnTo>
                    <a:pt x="0" y="3752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5" t="0" r="-256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3228344" y="4056858"/>
            <a:ext cx="3628316" cy="2814088"/>
            <a:chOff x="0" y="0"/>
            <a:chExt cx="4837755" cy="37521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37811" cy="3752088"/>
            </a:xfrm>
            <a:custGeom>
              <a:avLst/>
              <a:gdLst/>
              <a:ahLst/>
              <a:cxnLst/>
              <a:rect r="r" b="b" t="t" l="l"/>
              <a:pathLst>
                <a:path h="3752088" w="4837811">
                  <a:moveTo>
                    <a:pt x="0" y="0"/>
                  </a:moveTo>
                  <a:lnTo>
                    <a:pt x="4837811" y="0"/>
                  </a:lnTo>
                  <a:lnTo>
                    <a:pt x="4837811" y="3752088"/>
                  </a:lnTo>
                  <a:lnTo>
                    <a:pt x="0" y="3752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5" t="0" r="-253" b="0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2328408" y="6928084"/>
            <a:ext cx="5442475" cy="2814088"/>
            <a:chOff x="0" y="0"/>
            <a:chExt cx="7256633" cy="375211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56653" cy="3752088"/>
            </a:xfrm>
            <a:custGeom>
              <a:avLst/>
              <a:gdLst/>
              <a:ahLst/>
              <a:cxnLst/>
              <a:rect r="r" b="b" t="t" l="l"/>
              <a:pathLst>
                <a:path h="3752088" w="7256653">
                  <a:moveTo>
                    <a:pt x="0" y="0"/>
                  </a:moveTo>
                  <a:lnTo>
                    <a:pt x="7256653" y="0"/>
                  </a:lnTo>
                  <a:lnTo>
                    <a:pt x="7256653" y="3752088"/>
                  </a:lnTo>
                  <a:lnTo>
                    <a:pt x="0" y="3752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5" t="0" r="-254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5645" y="514250"/>
            <a:ext cx="16298854" cy="457111"/>
            <a:chOff x="0" y="0"/>
            <a:chExt cx="21731806" cy="6094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31805" cy="609481"/>
            </a:xfrm>
            <a:custGeom>
              <a:avLst/>
              <a:gdLst/>
              <a:ahLst/>
              <a:cxnLst/>
              <a:rect r="r" b="b" t="t" l="l"/>
              <a:pathLst>
                <a:path h="609481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609481"/>
                  </a:lnTo>
                  <a:lnTo>
                    <a:pt x="0" y="6094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731806" cy="7047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11"/>
                </a:lnSpc>
              </a:pPr>
              <a:r>
                <a:rPr lang="en-US" sz="2924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System Architecture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999649" y="2471255"/>
            <a:ext cx="314264" cy="257125"/>
            <a:chOff x="0" y="0"/>
            <a:chExt cx="419018" cy="3428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9018" cy="342833"/>
            </a:xfrm>
            <a:custGeom>
              <a:avLst/>
              <a:gdLst/>
              <a:ahLst/>
              <a:cxnLst/>
              <a:rect r="r" b="b" t="t" l="l"/>
              <a:pathLst>
                <a:path h="342833" w="419018">
                  <a:moveTo>
                    <a:pt x="0" y="0"/>
                  </a:moveTo>
                  <a:lnTo>
                    <a:pt x="419018" y="0"/>
                  </a:lnTo>
                  <a:lnTo>
                    <a:pt x="419018" y="342833"/>
                  </a:lnTo>
                  <a:lnTo>
                    <a:pt x="0" y="3428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419018" cy="409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1687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685244" y="1557033"/>
            <a:ext cx="7170924" cy="342833"/>
            <a:chOff x="0" y="0"/>
            <a:chExt cx="9561233" cy="4571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61233" cy="457111"/>
            </a:xfrm>
            <a:custGeom>
              <a:avLst/>
              <a:gdLst/>
              <a:ahLst/>
              <a:cxnLst/>
              <a:rect r="r" b="b" t="t" l="l"/>
              <a:pathLst>
                <a:path h="457111" w="9561233">
                  <a:moveTo>
                    <a:pt x="0" y="0"/>
                  </a:moveTo>
                  <a:lnTo>
                    <a:pt x="9561233" y="0"/>
                  </a:lnTo>
                  <a:lnTo>
                    <a:pt x="9561233" y="457111"/>
                  </a:lnTo>
                  <a:lnTo>
                    <a:pt x="0" y="4571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9561233" cy="533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React Frontend with Material-UI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971079" y="5342482"/>
            <a:ext cx="314264" cy="257125"/>
            <a:chOff x="0" y="0"/>
            <a:chExt cx="419018" cy="34283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9018" cy="342833"/>
            </a:xfrm>
            <a:custGeom>
              <a:avLst/>
              <a:gdLst/>
              <a:ahLst/>
              <a:cxnLst/>
              <a:rect r="r" b="b" t="t" l="l"/>
              <a:pathLst>
                <a:path h="342833" w="419018">
                  <a:moveTo>
                    <a:pt x="0" y="0"/>
                  </a:moveTo>
                  <a:lnTo>
                    <a:pt x="419018" y="0"/>
                  </a:lnTo>
                  <a:lnTo>
                    <a:pt x="419018" y="342833"/>
                  </a:lnTo>
                  <a:lnTo>
                    <a:pt x="0" y="3428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419018" cy="409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1687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028007" y="4428260"/>
            <a:ext cx="8913659" cy="342833"/>
            <a:chOff x="0" y="0"/>
            <a:chExt cx="11884879" cy="4571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884878" cy="457111"/>
            </a:xfrm>
            <a:custGeom>
              <a:avLst/>
              <a:gdLst/>
              <a:ahLst/>
              <a:cxnLst/>
              <a:rect r="r" b="b" t="t" l="l"/>
              <a:pathLst>
                <a:path h="457111" w="11884878">
                  <a:moveTo>
                    <a:pt x="0" y="0"/>
                  </a:moveTo>
                  <a:lnTo>
                    <a:pt x="11884878" y="0"/>
                  </a:lnTo>
                  <a:lnTo>
                    <a:pt x="11884878" y="457111"/>
                  </a:lnTo>
                  <a:lnTo>
                    <a:pt x="0" y="4571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11884879" cy="533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Spring Boot REST API with Security &amp; JWT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956794" y="8213708"/>
            <a:ext cx="314264" cy="257125"/>
            <a:chOff x="0" y="0"/>
            <a:chExt cx="419018" cy="34283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9018" cy="342833"/>
            </a:xfrm>
            <a:custGeom>
              <a:avLst/>
              <a:gdLst/>
              <a:ahLst/>
              <a:cxnLst/>
              <a:rect r="r" b="b" t="t" l="l"/>
              <a:pathLst>
                <a:path h="342833" w="419018">
                  <a:moveTo>
                    <a:pt x="0" y="0"/>
                  </a:moveTo>
                  <a:lnTo>
                    <a:pt x="419018" y="0"/>
                  </a:lnTo>
                  <a:lnTo>
                    <a:pt x="419018" y="342833"/>
                  </a:lnTo>
                  <a:lnTo>
                    <a:pt x="0" y="3428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419018" cy="409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1687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70770" y="7128070"/>
            <a:ext cx="7613750" cy="685666"/>
            <a:chOff x="0" y="0"/>
            <a:chExt cx="10151667" cy="9142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51667" cy="914221"/>
            </a:xfrm>
            <a:custGeom>
              <a:avLst/>
              <a:gdLst/>
              <a:ahLst/>
              <a:cxnLst/>
              <a:rect r="r" b="b" t="t" l="l"/>
              <a:pathLst>
                <a:path h="914221" w="10151667">
                  <a:moveTo>
                    <a:pt x="0" y="0"/>
                  </a:moveTo>
                  <a:lnTo>
                    <a:pt x="10151667" y="0"/>
                  </a:lnTo>
                  <a:lnTo>
                    <a:pt x="10151667" y="914221"/>
                  </a:lnTo>
                  <a:lnTo>
                    <a:pt x="0" y="9142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10151667" cy="99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MySQL Database with proper indexing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970938" y="2042714"/>
            <a:ext cx="6885230" cy="285694"/>
            <a:chOff x="0" y="0"/>
            <a:chExt cx="9180307" cy="38092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80307" cy="380926"/>
            </a:xfrm>
            <a:custGeom>
              <a:avLst/>
              <a:gdLst/>
              <a:ahLst/>
              <a:cxnLst/>
              <a:rect r="r" b="b" t="t" l="l"/>
              <a:pathLst>
                <a:path h="380926" w="9180307">
                  <a:moveTo>
                    <a:pt x="0" y="0"/>
                  </a:moveTo>
                  <a:lnTo>
                    <a:pt x="9180307" y="0"/>
                  </a:lnTo>
                  <a:lnTo>
                    <a:pt x="9180307" y="380926"/>
                  </a:lnTo>
                  <a:lnTo>
                    <a:pt x="0" y="380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0"/>
              <a:ext cx="9180307" cy="47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Built with React 18 and TypeScript for type safety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970938" y="2485540"/>
            <a:ext cx="6885230" cy="285694"/>
            <a:chOff x="0" y="0"/>
            <a:chExt cx="9180307" cy="38092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80307" cy="380926"/>
            </a:xfrm>
            <a:custGeom>
              <a:avLst/>
              <a:gdLst/>
              <a:ahLst/>
              <a:cxnLst/>
              <a:rect r="r" b="b" t="t" l="l"/>
              <a:pathLst>
                <a:path h="380926" w="9180307">
                  <a:moveTo>
                    <a:pt x="0" y="0"/>
                  </a:moveTo>
                  <a:lnTo>
                    <a:pt x="9180307" y="0"/>
                  </a:lnTo>
                  <a:lnTo>
                    <a:pt x="9180307" y="380926"/>
                  </a:lnTo>
                  <a:lnTo>
                    <a:pt x="0" y="380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9180307" cy="47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Material-UI components for consistent UI/UX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970938" y="2928366"/>
            <a:ext cx="6885230" cy="285694"/>
            <a:chOff x="0" y="0"/>
            <a:chExt cx="9180307" cy="38092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80307" cy="380926"/>
            </a:xfrm>
            <a:custGeom>
              <a:avLst/>
              <a:gdLst/>
              <a:ahLst/>
              <a:cxnLst/>
              <a:rect r="r" b="b" t="t" l="l"/>
              <a:pathLst>
                <a:path h="380926" w="9180307">
                  <a:moveTo>
                    <a:pt x="0" y="0"/>
                  </a:moveTo>
                  <a:lnTo>
                    <a:pt x="9180307" y="0"/>
                  </a:lnTo>
                  <a:lnTo>
                    <a:pt x="9180307" y="380926"/>
                  </a:lnTo>
                  <a:lnTo>
                    <a:pt x="0" y="380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0"/>
              <a:ext cx="9180307" cy="47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Redux Toolkit for state management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970938" y="3356907"/>
            <a:ext cx="6885230" cy="285694"/>
            <a:chOff x="0" y="0"/>
            <a:chExt cx="9180307" cy="38092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80307" cy="380926"/>
            </a:xfrm>
            <a:custGeom>
              <a:avLst/>
              <a:gdLst/>
              <a:ahLst/>
              <a:cxnLst/>
              <a:rect r="r" b="b" t="t" l="l"/>
              <a:pathLst>
                <a:path h="380926" w="9180307">
                  <a:moveTo>
                    <a:pt x="0" y="0"/>
                  </a:moveTo>
                  <a:lnTo>
                    <a:pt x="9180307" y="0"/>
                  </a:lnTo>
                  <a:lnTo>
                    <a:pt x="9180307" y="380926"/>
                  </a:lnTo>
                  <a:lnTo>
                    <a:pt x="0" y="380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0"/>
              <a:ext cx="9180307" cy="47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Axios for API communication with backend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313701" y="4913940"/>
            <a:ext cx="8627965" cy="285694"/>
            <a:chOff x="0" y="0"/>
            <a:chExt cx="11503953" cy="38092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503953" cy="380926"/>
            </a:xfrm>
            <a:custGeom>
              <a:avLst/>
              <a:gdLst/>
              <a:ahLst/>
              <a:cxnLst/>
              <a:rect r="r" b="b" t="t" l="l"/>
              <a:pathLst>
                <a:path h="380926" w="11503953">
                  <a:moveTo>
                    <a:pt x="0" y="0"/>
                  </a:moveTo>
                  <a:lnTo>
                    <a:pt x="11503953" y="0"/>
                  </a:lnTo>
                  <a:lnTo>
                    <a:pt x="11503953" y="380926"/>
                  </a:lnTo>
                  <a:lnTo>
                    <a:pt x="0" y="380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0"/>
              <a:ext cx="11503953" cy="47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Spring Security with JWT authentication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313701" y="5356766"/>
            <a:ext cx="8627965" cy="285694"/>
            <a:chOff x="0" y="0"/>
            <a:chExt cx="11503953" cy="38092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503953" cy="380926"/>
            </a:xfrm>
            <a:custGeom>
              <a:avLst/>
              <a:gdLst/>
              <a:ahLst/>
              <a:cxnLst/>
              <a:rect r="r" b="b" t="t" l="l"/>
              <a:pathLst>
                <a:path h="380926" w="11503953">
                  <a:moveTo>
                    <a:pt x="0" y="0"/>
                  </a:moveTo>
                  <a:lnTo>
                    <a:pt x="11503953" y="0"/>
                  </a:lnTo>
                  <a:lnTo>
                    <a:pt x="11503953" y="380926"/>
                  </a:lnTo>
                  <a:lnTo>
                    <a:pt x="0" y="380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0"/>
              <a:ext cx="11503953" cy="47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Role-based authorization with custom filters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313701" y="5799592"/>
            <a:ext cx="8627965" cy="285694"/>
            <a:chOff x="0" y="0"/>
            <a:chExt cx="11503953" cy="38092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503953" cy="380926"/>
            </a:xfrm>
            <a:custGeom>
              <a:avLst/>
              <a:gdLst/>
              <a:ahLst/>
              <a:cxnLst/>
              <a:rect r="r" b="b" t="t" l="l"/>
              <a:pathLst>
                <a:path h="380926" w="11503953">
                  <a:moveTo>
                    <a:pt x="0" y="0"/>
                  </a:moveTo>
                  <a:lnTo>
                    <a:pt x="11503953" y="0"/>
                  </a:lnTo>
                  <a:lnTo>
                    <a:pt x="11503953" y="380926"/>
                  </a:lnTo>
                  <a:lnTo>
                    <a:pt x="0" y="380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0"/>
              <a:ext cx="11503953" cy="47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Swagger documentation for API endpoints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313701" y="6228134"/>
            <a:ext cx="8627965" cy="285694"/>
            <a:chOff x="0" y="0"/>
            <a:chExt cx="11503953" cy="38092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503953" cy="380926"/>
            </a:xfrm>
            <a:custGeom>
              <a:avLst/>
              <a:gdLst/>
              <a:ahLst/>
              <a:cxnLst/>
              <a:rect r="r" b="b" t="t" l="l"/>
              <a:pathLst>
                <a:path h="380926" w="11503953">
                  <a:moveTo>
                    <a:pt x="0" y="0"/>
                  </a:moveTo>
                  <a:lnTo>
                    <a:pt x="11503953" y="0"/>
                  </a:lnTo>
                  <a:lnTo>
                    <a:pt x="11503953" y="380926"/>
                  </a:lnTo>
                  <a:lnTo>
                    <a:pt x="0" y="380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0"/>
              <a:ext cx="11503953" cy="47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Hibernate for ORM and database operations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656464" y="7956583"/>
            <a:ext cx="7328056" cy="285694"/>
            <a:chOff x="0" y="0"/>
            <a:chExt cx="9770742" cy="38092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770742" cy="380926"/>
            </a:xfrm>
            <a:custGeom>
              <a:avLst/>
              <a:gdLst/>
              <a:ahLst/>
              <a:cxnLst/>
              <a:rect r="r" b="b" t="t" l="l"/>
              <a:pathLst>
                <a:path h="380926" w="9770742">
                  <a:moveTo>
                    <a:pt x="0" y="0"/>
                  </a:moveTo>
                  <a:lnTo>
                    <a:pt x="9770742" y="0"/>
                  </a:lnTo>
                  <a:lnTo>
                    <a:pt x="9770742" y="380926"/>
                  </a:lnTo>
                  <a:lnTo>
                    <a:pt x="0" y="380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0"/>
              <a:ext cx="9770742" cy="47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Optimized tables with appropriate indexes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656464" y="8399409"/>
            <a:ext cx="7328056" cy="285694"/>
            <a:chOff x="0" y="0"/>
            <a:chExt cx="9770742" cy="38092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770742" cy="380926"/>
            </a:xfrm>
            <a:custGeom>
              <a:avLst/>
              <a:gdLst/>
              <a:ahLst/>
              <a:cxnLst/>
              <a:rect r="r" b="b" t="t" l="l"/>
              <a:pathLst>
                <a:path h="380926" w="9770742">
                  <a:moveTo>
                    <a:pt x="0" y="0"/>
                  </a:moveTo>
                  <a:lnTo>
                    <a:pt x="9770742" y="0"/>
                  </a:lnTo>
                  <a:lnTo>
                    <a:pt x="9770742" y="380926"/>
                  </a:lnTo>
                  <a:lnTo>
                    <a:pt x="0" y="380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0"/>
              <a:ext cx="9770742" cy="47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Stored procedures for complex queries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656464" y="8827951"/>
            <a:ext cx="7328056" cy="285694"/>
            <a:chOff x="0" y="0"/>
            <a:chExt cx="9770742" cy="38092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770742" cy="380926"/>
            </a:xfrm>
            <a:custGeom>
              <a:avLst/>
              <a:gdLst/>
              <a:ahLst/>
              <a:cxnLst/>
              <a:rect r="r" b="b" t="t" l="l"/>
              <a:pathLst>
                <a:path h="380926" w="9770742">
                  <a:moveTo>
                    <a:pt x="0" y="0"/>
                  </a:moveTo>
                  <a:lnTo>
                    <a:pt x="9770742" y="0"/>
                  </a:lnTo>
                  <a:lnTo>
                    <a:pt x="9770742" y="380926"/>
                  </a:lnTo>
                  <a:lnTo>
                    <a:pt x="0" y="380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0"/>
              <a:ext cx="9770742" cy="47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Regular maintenance and performance tuning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656464" y="9270777"/>
            <a:ext cx="7328056" cy="285694"/>
            <a:chOff x="0" y="0"/>
            <a:chExt cx="9770742" cy="38092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70742" cy="380926"/>
            </a:xfrm>
            <a:custGeom>
              <a:avLst/>
              <a:gdLst/>
              <a:ahLst/>
              <a:cxnLst/>
              <a:rect r="r" b="b" t="t" l="l"/>
              <a:pathLst>
                <a:path h="380926" w="9770742">
                  <a:moveTo>
                    <a:pt x="0" y="0"/>
                  </a:moveTo>
                  <a:lnTo>
                    <a:pt x="9770742" y="0"/>
                  </a:lnTo>
                  <a:lnTo>
                    <a:pt x="9770742" y="380926"/>
                  </a:lnTo>
                  <a:lnTo>
                    <a:pt x="0" y="3809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0"/>
              <a:ext cx="9770742" cy="476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1"/>
                </a:lnSpc>
              </a:pPr>
              <a:r>
                <a:rPr lang="en-US" sz="1462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Database replication for high availability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542397" y="2099852"/>
            <a:ext cx="271409" cy="185701"/>
            <a:chOff x="0" y="0"/>
            <a:chExt cx="361879" cy="24760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1879" cy="247602"/>
            </a:xfrm>
            <a:custGeom>
              <a:avLst/>
              <a:gdLst/>
              <a:ahLst/>
              <a:cxnLst/>
              <a:rect r="r" b="b" t="t" l="l"/>
              <a:pathLst>
                <a:path h="247602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247602"/>
                  </a:lnTo>
                  <a:lnTo>
                    <a:pt x="0" y="2476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361879" cy="257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542397" y="2528394"/>
            <a:ext cx="271409" cy="185701"/>
            <a:chOff x="0" y="0"/>
            <a:chExt cx="361879" cy="24760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1879" cy="247602"/>
            </a:xfrm>
            <a:custGeom>
              <a:avLst/>
              <a:gdLst/>
              <a:ahLst/>
              <a:cxnLst/>
              <a:rect r="r" b="b" t="t" l="l"/>
              <a:pathLst>
                <a:path h="247602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247602"/>
                  </a:lnTo>
                  <a:lnTo>
                    <a:pt x="0" y="2476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361879" cy="257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542397" y="2971220"/>
            <a:ext cx="271409" cy="185701"/>
            <a:chOff x="0" y="0"/>
            <a:chExt cx="361879" cy="24760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1879" cy="247602"/>
            </a:xfrm>
            <a:custGeom>
              <a:avLst/>
              <a:gdLst/>
              <a:ahLst/>
              <a:cxnLst/>
              <a:rect r="r" b="b" t="t" l="l"/>
              <a:pathLst>
                <a:path h="247602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247602"/>
                  </a:lnTo>
                  <a:lnTo>
                    <a:pt x="0" y="2476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361879" cy="257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542397" y="3414046"/>
            <a:ext cx="271409" cy="185701"/>
            <a:chOff x="0" y="0"/>
            <a:chExt cx="361879" cy="24760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61879" cy="247602"/>
            </a:xfrm>
            <a:custGeom>
              <a:avLst/>
              <a:gdLst/>
              <a:ahLst/>
              <a:cxnLst/>
              <a:rect r="r" b="b" t="t" l="l"/>
              <a:pathLst>
                <a:path h="247602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247602"/>
                  </a:lnTo>
                  <a:lnTo>
                    <a:pt x="0" y="2476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361879" cy="257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7885160" y="4956794"/>
            <a:ext cx="271409" cy="185701"/>
            <a:chOff x="0" y="0"/>
            <a:chExt cx="361879" cy="24760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61879" cy="247602"/>
            </a:xfrm>
            <a:custGeom>
              <a:avLst/>
              <a:gdLst/>
              <a:ahLst/>
              <a:cxnLst/>
              <a:rect r="r" b="b" t="t" l="l"/>
              <a:pathLst>
                <a:path h="247602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247602"/>
                  </a:lnTo>
                  <a:lnTo>
                    <a:pt x="0" y="2476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361879" cy="257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885160" y="5399620"/>
            <a:ext cx="271409" cy="185701"/>
            <a:chOff x="0" y="0"/>
            <a:chExt cx="361879" cy="24760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61879" cy="247602"/>
            </a:xfrm>
            <a:custGeom>
              <a:avLst/>
              <a:gdLst/>
              <a:ahLst/>
              <a:cxnLst/>
              <a:rect r="r" b="b" t="t" l="l"/>
              <a:pathLst>
                <a:path h="247602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247602"/>
                  </a:lnTo>
                  <a:lnTo>
                    <a:pt x="0" y="2476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361879" cy="257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7885160" y="5842446"/>
            <a:ext cx="271409" cy="185701"/>
            <a:chOff x="0" y="0"/>
            <a:chExt cx="361879" cy="24760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61879" cy="247602"/>
            </a:xfrm>
            <a:custGeom>
              <a:avLst/>
              <a:gdLst/>
              <a:ahLst/>
              <a:cxnLst/>
              <a:rect r="r" b="b" t="t" l="l"/>
              <a:pathLst>
                <a:path h="247602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247602"/>
                  </a:lnTo>
                  <a:lnTo>
                    <a:pt x="0" y="2476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361879" cy="257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7885160" y="6285272"/>
            <a:ext cx="271409" cy="185701"/>
            <a:chOff x="0" y="0"/>
            <a:chExt cx="361879" cy="24760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61879" cy="247602"/>
            </a:xfrm>
            <a:custGeom>
              <a:avLst/>
              <a:gdLst/>
              <a:ahLst/>
              <a:cxnLst/>
              <a:rect r="r" b="b" t="t" l="l"/>
              <a:pathLst>
                <a:path h="247602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247602"/>
                  </a:lnTo>
                  <a:lnTo>
                    <a:pt x="0" y="2476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361879" cy="257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242207" y="7999438"/>
            <a:ext cx="271409" cy="185701"/>
            <a:chOff x="0" y="0"/>
            <a:chExt cx="361879" cy="24760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61879" cy="247602"/>
            </a:xfrm>
            <a:custGeom>
              <a:avLst/>
              <a:gdLst/>
              <a:ahLst/>
              <a:cxnLst/>
              <a:rect r="r" b="b" t="t" l="l"/>
              <a:pathLst>
                <a:path h="247602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247602"/>
                  </a:lnTo>
                  <a:lnTo>
                    <a:pt x="0" y="2476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361879" cy="257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242207" y="8442264"/>
            <a:ext cx="271409" cy="185701"/>
            <a:chOff x="0" y="0"/>
            <a:chExt cx="361879" cy="24760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61879" cy="247602"/>
            </a:xfrm>
            <a:custGeom>
              <a:avLst/>
              <a:gdLst/>
              <a:ahLst/>
              <a:cxnLst/>
              <a:rect r="r" b="b" t="t" l="l"/>
              <a:pathLst>
                <a:path h="247602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247602"/>
                  </a:lnTo>
                  <a:lnTo>
                    <a:pt x="0" y="2476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361879" cy="257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242207" y="8885090"/>
            <a:ext cx="271409" cy="185701"/>
            <a:chOff x="0" y="0"/>
            <a:chExt cx="361879" cy="24760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61879" cy="247602"/>
            </a:xfrm>
            <a:custGeom>
              <a:avLst/>
              <a:gdLst/>
              <a:ahLst/>
              <a:cxnLst/>
              <a:rect r="r" b="b" t="t" l="l"/>
              <a:pathLst>
                <a:path h="247602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247602"/>
                  </a:lnTo>
                  <a:lnTo>
                    <a:pt x="0" y="2476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361879" cy="257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242207" y="9313631"/>
            <a:ext cx="271409" cy="185701"/>
            <a:chOff x="0" y="0"/>
            <a:chExt cx="361879" cy="24760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61879" cy="247602"/>
            </a:xfrm>
            <a:custGeom>
              <a:avLst/>
              <a:gdLst/>
              <a:ahLst/>
              <a:cxnLst/>
              <a:rect r="r" b="b" t="t" l="l"/>
              <a:pathLst>
                <a:path h="247602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247602"/>
                  </a:lnTo>
                  <a:lnTo>
                    <a:pt x="0" y="2476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361879" cy="257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54"/>
                </a:lnSpc>
              </a:pPr>
              <a:r>
                <a:rPr lang="en-US" sz="1462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0D0A2C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0" t="0" r="-1020" b="-204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6285272" y="2785518"/>
            <a:ext cx="5699599" cy="5699599"/>
            <a:chOff x="0" y="0"/>
            <a:chExt cx="7599466" cy="75994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99426" cy="7599426"/>
            </a:xfrm>
            <a:custGeom>
              <a:avLst/>
              <a:gdLst/>
              <a:ahLst/>
              <a:cxnLst/>
              <a:rect r="r" b="b" t="t" l="l"/>
              <a:pathLst>
                <a:path h="7599426" w="7599426">
                  <a:moveTo>
                    <a:pt x="0" y="0"/>
                  </a:moveTo>
                  <a:lnTo>
                    <a:pt x="7599426" y="0"/>
                  </a:lnTo>
                  <a:lnTo>
                    <a:pt x="7599426" y="7599426"/>
                  </a:lnTo>
                  <a:lnTo>
                    <a:pt x="0" y="7599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5645" y="1085638"/>
            <a:ext cx="16298854" cy="671381"/>
            <a:chOff x="0" y="0"/>
            <a:chExt cx="21731806" cy="8951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31805" cy="895175"/>
            </a:xfrm>
            <a:custGeom>
              <a:avLst/>
              <a:gdLst/>
              <a:ahLst/>
              <a:cxnLst/>
              <a:rect r="r" b="b" t="t" l="l"/>
              <a:pathLst>
                <a:path h="895175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895175"/>
                  </a:lnTo>
                  <a:lnTo>
                    <a:pt x="0" y="8951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42875"/>
              <a:ext cx="21731806" cy="103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16"/>
                </a:lnSpc>
              </a:pPr>
              <a:r>
                <a:rPr lang="en-US" sz="438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Technology Stack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5645" y="2256984"/>
            <a:ext cx="4442545" cy="1014214"/>
            <a:chOff x="0" y="0"/>
            <a:chExt cx="5923393" cy="13522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23393" cy="1352286"/>
            </a:xfrm>
            <a:custGeom>
              <a:avLst/>
              <a:gdLst/>
              <a:ahLst/>
              <a:cxnLst/>
              <a:rect r="r" b="b" t="t" l="l"/>
              <a:pathLst>
                <a:path h="1352286" w="5923393">
                  <a:moveTo>
                    <a:pt x="0" y="0"/>
                  </a:moveTo>
                  <a:lnTo>
                    <a:pt x="5923393" y="0"/>
                  </a:lnTo>
                  <a:lnTo>
                    <a:pt x="5923393" y="1352286"/>
                  </a:lnTo>
                  <a:lnTo>
                    <a:pt x="0" y="13522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5923393" cy="1447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 Stack Application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41954" y="2085568"/>
            <a:ext cx="4442545" cy="499965"/>
            <a:chOff x="0" y="0"/>
            <a:chExt cx="5923393" cy="6666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23393" cy="666620"/>
            </a:xfrm>
            <a:custGeom>
              <a:avLst/>
              <a:gdLst/>
              <a:ahLst/>
              <a:cxnLst/>
              <a:rect r="r" b="b" t="t" l="l"/>
              <a:pathLst>
                <a:path h="666620" w="5923393">
                  <a:moveTo>
                    <a:pt x="0" y="0"/>
                  </a:moveTo>
                  <a:lnTo>
                    <a:pt x="5923393" y="0"/>
                  </a:lnTo>
                  <a:lnTo>
                    <a:pt x="5923393" y="666620"/>
                  </a:lnTo>
                  <a:lnTo>
                    <a:pt x="0" y="666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5923393" cy="76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Frontend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41954" y="4642531"/>
            <a:ext cx="4442545" cy="499965"/>
            <a:chOff x="0" y="0"/>
            <a:chExt cx="5923393" cy="6666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23393" cy="666620"/>
            </a:xfrm>
            <a:custGeom>
              <a:avLst/>
              <a:gdLst/>
              <a:ahLst/>
              <a:cxnLst/>
              <a:rect r="r" b="b" t="t" l="l"/>
              <a:pathLst>
                <a:path h="666620" w="5923393">
                  <a:moveTo>
                    <a:pt x="0" y="0"/>
                  </a:moveTo>
                  <a:lnTo>
                    <a:pt x="5923393" y="0"/>
                  </a:lnTo>
                  <a:lnTo>
                    <a:pt x="5923393" y="666620"/>
                  </a:lnTo>
                  <a:lnTo>
                    <a:pt x="0" y="666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5923393" cy="76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Backend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41954" y="7199494"/>
            <a:ext cx="4442545" cy="499965"/>
            <a:chOff x="0" y="0"/>
            <a:chExt cx="5923393" cy="6666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23393" cy="666620"/>
            </a:xfrm>
            <a:custGeom>
              <a:avLst/>
              <a:gdLst/>
              <a:ahLst/>
              <a:cxnLst/>
              <a:rect r="r" b="b" t="t" l="l"/>
              <a:pathLst>
                <a:path h="666620" w="5923393">
                  <a:moveTo>
                    <a:pt x="0" y="0"/>
                  </a:moveTo>
                  <a:lnTo>
                    <a:pt x="5923393" y="0"/>
                  </a:lnTo>
                  <a:lnTo>
                    <a:pt x="5923393" y="666620"/>
                  </a:lnTo>
                  <a:lnTo>
                    <a:pt x="0" y="666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5923393" cy="76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Database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5645" y="6556682"/>
            <a:ext cx="4442545" cy="499965"/>
            <a:chOff x="0" y="0"/>
            <a:chExt cx="5923393" cy="6666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23393" cy="666620"/>
            </a:xfrm>
            <a:custGeom>
              <a:avLst/>
              <a:gdLst/>
              <a:ahLst/>
              <a:cxnLst/>
              <a:rect r="r" b="b" t="t" l="l"/>
              <a:pathLst>
                <a:path h="666620" w="5923393">
                  <a:moveTo>
                    <a:pt x="0" y="0"/>
                  </a:moveTo>
                  <a:lnTo>
                    <a:pt x="5923393" y="0"/>
                  </a:lnTo>
                  <a:lnTo>
                    <a:pt x="5923393" y="666620"/>
                  </a:lnTo>
                  <a:lnTo>
                    <a:pt x="0" y="666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0"/>
              <a:ext cx="5923393" cy="76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Tools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5645" y="3485469"/>
            <a:ext cx="4442545" cy="1699880"/>
            <a:chOff x="0" y="0"/>
            <a:chExt cx="5923393" cy="22665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23393" cy="2266507"/>
            </a:xfrm>
            <a:custGeom>
              <a:avLst/>
              <a:gdLst/>
              <a:ahLst/>
              <a:cxnLst/>
              <a:rect r="r" b="b" t="t" l="l"/>
              <a:pathLst>
                <a:path h="2266507" w="5923393">
                  <a:moveTo>
                    <a:pt x="0" y="0"/>
                  </a:moveTo>
                  <a:lnTo>
                    <a:pt x="5923393" y="0"/>
                  </a:lnTo>
                  <a:lnTo>
                    <a:pt x="5923393" y="2266507"/>
                  </a:lnTo>
                  <a:lnTo>
                    <a:pt x="0" y="2266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42875"/>
              <a:ext cx="5923393" cy="24093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Comprehensive solution covering frontend, backend, database and development tools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841954" y="2799803"/>
            <a:ext cx="4442545" cy="1271339"/>
            <a:chOff x="0" y="0"/>
            <a:chExt cx="5923393" cy="16951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23393" cy="1695119"/>
            </a:xfrm>
            <a:custGeom>
              <a:avLst/>
              <a:gdLst/>
              <a:ahLst/>
              <a:cxnLst/>
              <a:rect r="r" b="b" t="t" l="l"/>
              <a:pathLst>
                <a:path h="1695119" w="5923393">
                  <a:moveTo>
                    <a:pt x="0" y="0"/>
                  </a:moveTo>
                  <a:lnTo>
                    <a:pt x="5923393" y="0"/>
                  </a:lnTo>
                  <a:lnTo>
                    <a:pt x="5923393" y="1695119"/>
                  </a:lnTo>
                  <a:lnTo>
                    <a:pt x="0" y="1695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42875"/>
              <a:ext cx="5923393" cy="1837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React with Material-UI components and Axios for API communication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41954" y="5356766"/>
            <a:ext cx="4442545" cy="1271339"/>
            <a:chOff x="0" y="0"/>
            <a:chExt cx="5923393" cy="169511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23393" cy="1695119"/>
            </a:xfrm>
            <a:custGeom>
              <a:avLst/>
              <a:gdLst/>
              <a:ahLst/>
              <a:cxnLst/>
              <a:rect r="r" b="b" t="t" l="l"/>
              <a:pathLst>
                <a:path h="1695119" w="5923393">
                  <a:moveTo>
                    <a:pt x="0" y="0"/>
                  </a:moveTo>
                  <a:lnTo>
                    <a:pt x="5923393" y="0"/>
                  </a:lnTo>
                  <a:lnTo>
                    <a:pt x="5923393" y="1695119"/>
                  </a:lnTo>
                  <a:lnTo>
                    <a:pt x="0" y="1695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42875"/>
              <a:ext cx="5923393" cy="1837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Spring Boot framework with Spring Security and JWT authentication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841954" y="7899445"/>
            <a:ext cx="4442545" cy="1271339"/>
            <a:chOff x="0" y="0"/>
            <a:chExt cx="5923393" cy="169511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23393" cy="1695119"/>
            </a:xfrm>
            <a:custGeom>
              <a:avLst/>
              <a:gdLst/>
              <a:ahLst/>
              <a:cxnLst/>
              <a:rect r="r" b="b" t="t" l="l"/>
              <a:pathLst>
                <a:path h="1695119" w="5923393">
                  <a:moveTo>
                    <a:pt x="0" y="0"/>
                  </a:moveTo>
                  <a:lnTo>
                    <a:pt x="5923393" y="0"/>
                  </a:lnTo>
                  <a:lnTo>
                    <a:pt x="5923393" y="1695119"/>
                  </a:lnTo>
                  <a:lnTo>
                    <a:pt x="0" y="1695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42875"/>
              <a:ext cx="5923393" cy="1837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MySQL relational database with Hibernate ORM for data persistence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5645" y="7270917"/>
            <a:ext cx="4442545" cy="1271339"/>
            <a:chOff x="0" y="0"/>
            <a:chExt cx="5923393" cy="16951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23393" cy="1695119"/>
            </a:xfrm>
            <a:custGeom>
              <a:avLst/>
              <a:gdLst/>
              <a:ahLst/>
              <a:cxnLst/>
              <a:rect r="r" b="b" t="t" l="l"/>
              <a:pathLst>
                <a:path h="1695119" w="5923393">
                  <a:moveTo>
                    <a:pt x="0" y="0"/>
                  </a:moveTo>
                  <a:lnTo>
                    <a:pt x="5923393" y="0"/>
                  </a:lnTo>
                  <a:lnTo>
                    <a:pt x="5923393" y="1695119"/>
                  </a:lnTo>
                  <a:lnTo>
                    <a:pt x="0" y="1695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42875"/>
              <a:ext cx="5923393" cy="1837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Maven build tool, Git version control and Postman for API testing</a:t>
              </a:r>
            </a:p>
          </p:txBody>
        </p:sp>
      </p:grp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7413764" y="4371121"/>
            <a:ext cx="342833" cy="271409"/>
            <a:chOff x="0" y="0"/>
            <a:chExt cx="457111" cy="36187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7073" cy="361823"/>
            </a:xfrm>
            <a:custGeom>
              <a:avLst/>
              <a:gdLst/>
              <a:ahLst/>
              <a:cxnLst/>
              <a:rect r="r" b="b" t="t" l="l"/>
              <a:pathLst>
                <a:path h="361823" w="457073">
                  <a:moveTo>
                    <a:pt x="0" y="0"/>
                  </a:moveTo>
                  <a:lnTo>
                    <a:pt x="457073" y="0"/>
                  </a:lnTo>
                  <a:lnTo>
                    <a:pt x="457073" y="361823"/>
                  </a:lnTo>
                  <a:lnTo>
                    <a:pt x="0" y="361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104" r="-1504" b="-14120"/>
              </a:stretch>
            </a:blipFill>
          </p:spPr>
        </p:sp>
      </p:grpSp>
      <p:grpSp>
        <p:nvGrpSpPr>
          <p:cNvPr name="Group 43" id="43"/>
          <p:cNvGrpSpPr>
            <a:grpSpLocks noChangeAspect="true"/>
          </p:cNvGrpSpPr>
          <p:nvPr/>
        </p:nvGrpSpPr>
        <p:grpSpPr>
          <a:xfrm rot="0">
            <a:off x="9585040" y="3685455"/>
            <a:ext cx="271409" cy="271409"/>
            <a:chOff x="0" y="0"/>
            <a:chExt cx="361879" cy="36187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1823" cy="361823"/>
            </a:xfrm>
            <a:custGeom>
              <a:avLst/>
              <a:gdLst/>
              <a:ahLst/>
              <a:cxnLst/>
              <a:rect r="r" b="b" t="t" l="l"/>
              <a:pathLst>
                <a:path h="361823" w="361823">
                  <a:moveTo>
                    <a:pt x="0" y="0"/>
                  </a:moveTo>
                  <a:lnTo>
                    <a:pt x="361823" y="0"/>
                  </a:lnTo>
                  <a:lnTo>
                    <a:pt x="361823" y="361823"/>
                  </a:lnTo>
                  <a:lnTo>
                    <a:pt x="0" y="361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5" b="-15"/>
              </a:stretch>
            </a:blipFill>
          </p:spPr>
        </p:sp>
      </p:grpSp>
      <p:grpSp>
        <p:nvGrpSpPr>
          <p:cNvPr name="Group 45" id="45"/>
          <p:cNvGrpSpPr>
            <a:grpSpLocks noChangeAspect="true"/>
          </p:cNvGrpSpPr>
          <p:nvPr/>
        </p:nvGrpSpPr>
        <p:grpSpPr>
          <a:xfrm rot="0">
            <a:off x="10899234" y="5499613"/>
            <a:ext cx="271409" cy="271409"/>
            <a:chOff x="0" y="0"/>
            <a:chExt cx="361879" cy="36187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1823" cy="361823"/>
            </a:xfrm>
            <a:custGeom>
              <a:avLst/>
              <a:gdLst/>
              <a:ahLst/>
              <a:cxnLst/>
              <a:rect r="r" b="b" t="t" l="l"/>
              <a:pathLst>
                <a:path h="361823" w="361823">
                  <a:moveTo>
                    <a:pt x="0" y="0"/>
                  </a:moveTo>
                  <a:lnTo>
                    <a:pt x="361823" y="0"/>
                  </a:lnTo>
                  <a:lnTo>
                    <a:pt x="361823" y="361823"/>
                  </a:lnTo>
                  <a:lnTo>
                    <a:pt x="0" y="361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5" b="-15"/>
              </a:stretch>
            </a:blipFill>
          </p:spPr>
        </p:sp>
      </p:grpSp>
      <p:grpSp>
        <p:nvGrpSpPr>
          <p:cNvPr name="Group 47" id="47"/>
          <p:cNvGrpSpPr>
            <a:grpSpLocks noChangeAspect="true"/>
          </p:cNvGrpSpPr>
          <p:nvPr/>
        </p:nvGrpSpPr>
        <p:grpSpPr>
          <a:xfrm rot="0">
            <a:off x="9599325" y="7299487"/>
            <a:ext cx="242840" cy="271409"/>
            <a:chOff x="0" y="0"/>
            <a:chExt cx="323787" cy="36187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3850" cy="361823"/>
            </a:xfrm>
            <a:custGeom>
              <a:avLst/>
              <a:gdLst/>
              <a:ahLst/>
              <a:cxnLst/>
              <a:rect r="r" b="b" t="t" l="l"/>
              <a:pathLst>
                <a:path h="361823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361823"/>
                  </a:lnTo>
                  <a:lnTo>
                    <a:pt x="0" y="361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816" t="0" r="-6797" b="-1690"/>
              </a:stretch>
            </a:blipFill>
          </p:spPr>
        </p:sp>
      </p:grpSp>
      <p:grpSp>
        <p:nvGrpSpPr>
          <p:cNvPr name="Group 49" id="49"/>
          <p:cNvGrpSpPr>
            <a:grpSpLocks noChangeAspect="true"/>
          </p:cNvGrpSpPr>
          <p:nvPr/>
        </p:nvGrpSpPr>
        <p:grpSpPr>
          <a:xfrm rot="0">
            <a:off x="7456619" y="6613821"/>
            <a:ext cx="271409" cy="271409"/>
            <a:chOff x="0" y="0"/>
            <a:chExt cx="361879" cy="36187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1823" cy="361823"/>
            </a:xfrm>
            <a:custGeom>
              <a:avLst/>
              <a:gdLst/>
              <a:ahLst/>
              <a:cxnLst/>
              <a:rect r="r" b="b" t="t" l="l"/>
              <a:pathLst>
                <a:path h="361823" w="361823">
                  <a:moveTo>
                    <a:pt x="0" y="0"/>
                  </a:moveTo>
                  <a:lnTo>
                    <a:pt x="361823" y="0"/>
                  </a:lnTo>
                  <a:lnTo>
                    <a:pt x="361823" y="361823"/>
                  </a:lnTo>
                  <a:lnTo>
                    <a:pt x="0" y="361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5" b="-15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0D0A2C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0" t="0" r="-1020" b="-204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99880" y="1142777"/>
            <a:ext cx="2614102" cy="728520"/>
            <a:chOff x="0" y="0"/>
            <a:chExt cx="3485469" cy="971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85515" cy="971423"/>
            </a:xfrm>
            <a:custGeom>
              <a:avLst/>
              <a:gdLst/>
              <a:ahLst/>
              <a:cxnLst/>
              <a:rect r="r" b="b" t="t" l="l"/>
              <a:pathLst>
                <a:path h="971423" w="3485515">
                  <a:moveTo>
                    <a:pt x="0" y="0"/>
                  </a:moveTo>
                  <a:lnTo>
                    <a:pt x="3485515" y="0"/>
                  </a:lnTo>
                  <a:lnTo>
                    <a:pt x="3485515" y="971423"/>
                  </a:lnTo>
                  <a:lnTo>
                    <a:pt x="0" y="97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6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5771023" y="1142777"/>
            <a:ext cx="2614102" cy="728520"/>
            <a:chOff x="0" y="0"/>
            <a:chExt cx="3485469" cy="971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85515" cy="971423"/>
            </a:xfrm>
            <a:custGeom>
              <a:avLst/>
              <a:gdLst/>
              <a:ahLst/>
              <a:cxnLst/>
              <a:rect r="r" b="b" t="t" l="l"/>
              <a:pathLst>
                <a:path h="971423" w="3485515">
                  <a:moveTo>
                    <a:pt x="0" y="0"/>
                  </a:moveTo>
                  <a:lnTo>
                    <a:pt x="3485515" y="0"/>
                  </a:lnTo>
                  <a:lnTo>
                    <a:pt x="3485515" y="971423"/>
                  </a:lnTo>
                  <a:lnTo>
                    <a:pt x="0" y="97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6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9856450" y="1142777"/>
            <a:ext cx="2614102" cy="728520"/>
            <a:chOff x="0" y="0"/>
            <a:chExt cx="3485469" cy="971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85515" cy="971423"/>
            </a:xfrm>
            <a:custGeom>
              <a:avLst/>
              <a:gdLst/>
              <a:ahLst/>
              <a:cxnLst/>
              <a:rect r="r" b="b" t="t" l="l"/>
              <a:pathLst>
                <a:path h="971423" w="3485515">
                  <a:moveTo>
                    <a:pt x="0" y="0"/>
                  </a:moveTo>
                  <a:lnTo>
                    <a:pt x="3485515" y="0"/>
                  </a:lnTo>
                  <a:lnTo>
                    <a:pt x="3485515" y="971423"/>
                  </a:lnTo>
                  <a:lnTo>
                    <a:pt x="0" y="97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6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927592" y="1142777"/>
            <a:ext cx="2614102" cy="728520"/>
            <a:chOff x="0" y="0"/>
            <a:chExt cx="3485469" cy="971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85515" cy="971423"/>
            </a:xfrm>
            <a:custGeom>
              <a:avLst/>
              <a:gdLst/>
              <a:ahLst/>
              <a:cxnLst/>
              <a:rect r="r" b="b" t="t" l="l"/>
              <a:pathLst>
                <a:path h="971423" w="3485515">
                  <a:moveTo>
                    <a:pt x="0" y="0"/>
                  </a:moveTo>
                  <a:lnTo>
                    <a:pt x="3485515" y="0"/>
                  </a:lnTo>
                  <a:lnTo>
                    <a:pt x="3485515" y="971423"/>
                  </a:lnTo>
                  <a:lnTo>
                    <a:pt x="0" y="97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6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699880" y="5456759"/>
            <a:ext cx="2614102" cy="728520"/>
            <a:chOff x="0" y="0"/>
            <a:chExt cx="3485469" cy="971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85515" cy="971423"/>
            </a:xfrm>
            <a:custGeom>
              <a:avLst/>
              <a:gdLst/>
              <a:ahLst/>
              <a:cxnLst/>
              <a:rect r="r" b="b" t="t" l="l"/>
              <a:pathLst>
                <a:path h="971423" w="3485515">
                  <a:moveTo>
                    <a:pt x="0" y="0"/>
                  </a:moveTo>
                  <a:lnTo>
                    <a:pt x="3485515" y="0"/>
                  </a:lnTo>
                  <a:lnTo>
                    <a:pt x="3485515" y="971423"/>
                  </a:lnTo>
                  <a:lnTo>
                    <a:pt x="0" y="97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6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771023" y="5456759"/>
            <a:ext cx="2614102" cy="728520"/>
            <a:chOff x="0" y="0"/>
            <a:chExt cx="3485469" cy="971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85515" cy="971423"/>
            </a:xfrm>
            <a:custGeom>
              <a:avLst/>
              <a:gdLst/>
              <a:ahLst/>
              <a:cxnLst/>
              <a:rect r="r" b="b" t="t" l="l"/>
              <a:pathLst>
                <a:path h="971423" w="3485515">
                  <a:moveTo>
                    <a:pt x="0" y="0"/>
                  </a:moveTo>
                  <a:lnTo>
                    <a:pt x="3485515" y="0"/>
                  </a:lnTo>
                  <a:lnTo>
                    <a:pt x="3485515" y="971423"/>
                  </a:lnTo>
                  <a:lnTo>
                    <a:pt x="0" y="97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6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9856450" y="5456759"/>
            <a:ext cx="2614102" cy="728520"/>
            <a:chOff x="0" y="0"/>
            <a:chExt cx="3485469" cy="971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85515" cy="971423"/>
            </a:xfrm>
            <a:custGeom>
              <a:avLst/>
              <a:gdLst/>
              <a:ahLst/>
              <a:cxnLst/>
              <a:rect r="r" b="b" t="t" l="l"/>
              <a:pathLst>
                <a:path h="971423" w="3485515">
                  <a:moveTo>
                    <a:pt x="0" y="0"/>
                  </a:moveTo>
                  <a:lnTo>
                    <a:pt x="3485515" y="0"/>
                  </a:lnTo>
                  <a:lnTo>
                    <a:pt x="3485515" y="971423"/>
                  </a:lnTo>
                  <a:lnTo>
                    <a:pt x="0" y="97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5645" y="499965"/>
            <a:ext cx="16298854" cy="428541"/>
            <a:chOff x="0" y="0"/>
            <a:chExt cx="21731806" cy="5713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31805" cy="571388"/>
            </a:xfrm>
            <a:custGeom>
              <a:avLst/>
              <a:gdLst/>
              <a:ahLst/>
              <a:cxnLst/>
              <a:rect r="r" b="b" t="t" l="l"/>
              <a:pathLst>
                <a:path h="571388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571388"/>
                  </a:lnTo>
                  <a:lnTo>
                    <a:pt x="0" y="5713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21731806" cy="666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9"/>
                </a:lnSpc>
              </a:pPr>
              <a:r>
                <a:rPr lang="en-US" sz="281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Backend Workflow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71339" y="2085568"/>
            <a:ext cx="3499754" cy="314264"/>
            <a:chOff x="0" y="0"/>
            <a:chExt cx="4666339" cy="4190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66339" cy="419018"/>
            </a:xfrm>
            <a:custGeom>
              <a:avLst/>
              <a:gdLst/>
              <a:ahLst/>
              <a:cxnLst/>
              <a:rect r="r" b="b" t="t" l="l"/>
              <a:pathLst>
                <a:path h="419018" w="4666339">
                  <a:moveTo>
                    <a:pt x="0" y="0"/>
                  </a:moveTo>
                  <a:lnTo>
                    <a:pt x="4666339" y="0"/>
                  </a:lnTo>
                  <a:lnTo>
                    <a:pt x="4666339" y="419018"/>
                  </a:lnTo>
                  <a:lnTo>
                    <a:pt x="0" y="419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4666339" cy="485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7"/>
                </a:lnSpc>
              </a:pPr>
              <a:r>
                <a:rPr lang="en-US" sz="2137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Client Request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42482" y="2085568"/>
            <a:ext cx="3499754" cy="314264"/>
            <a:chOff x="0" y="0"/>
            <a:chExt cx="4666339" cy="41901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66339" cy="419018"/>
            </a:xfrm>
            <a:custGeom>
              <a:avLst/>
              <a:gdLst/>
              <a:ahLst/>
              <a:cxnLst/>
              <a:rect r="r" b="b" t="t" l="l"/>
              <a:pathLst>
                <a:path h="419018" w="4666339">
                  <a:moveTo>
                    <a:pt x="0" y="0"/>
                  </a:moveTo>
                  <a:lnTo>
                    <a:pt x="4666339" y="0"/>
                  </a:lnTo>
                  <a:lnTo>
                    <a:pt x="4666339" y="419018"/>
                  </a:lnTo>
                  <a:lnTo>
                    <a:pt x="0" y="419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4666339" cy="485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7"/>
                </a:lnSpc>
              </a:pPr>
              <a:r>
                <a:rPr lang="en-US" sz="2137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JWT Filter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13624" y="2085568"/>
            <a:ext cx="3785448" cy="314264"/>
            <a:chOff x="0" y="0"/>
            <a:chExt cx="5047264" cy="4190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47264" cy="419018"/>
            </a:xfrm>
            <a:custGeom>
              <a:avLst/>
              <a:gdLst/>
              <a:ahLst/>
              <a:cxnLst/>
              <a:rect r="r" b="b" t="t" l="l"/>
              <a:pathLst>
                <a:path h="419018" w="5047264">
                  <a:moveTo>
                    <a:pt x="0" y="0"/>
                  </a:moveTo>
                  <a:lnTo>
                    <a:pt x="5047264" y="0"/>
                  </a:lnTo>
                  <a:lnTo>
                    <a:pt x="5047264" y="419018"/>
                  </a:lnTo>
                  <a:lnTo>
                    <a:pt x="0" y="419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5047264" cy="485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7"/>
                </a:lnSpc>
              </a:pPr>
              <a:r>
                <a:rPr lang="en-US" sz="2137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Authentication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499051" y="2085568"/>
            <a:ext cx="3499754" cy="314264"/>
            <a:chOff x="0" y="0"/>
            <a:chExt cx="4666339" cy="41901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66339" cy="419018"/>
            </a:xfrm>
            <a:custGeom>
              <a:avLst/>
              <a:gdLst/>
              <a:ahLst/>
              <a:cxnLst/>
              <a:rect r="r" b="b" t="t" l="l"/>
              <a:pathLst>
                <a:path h="419018" w="4666339">
                  <a:moveTo>
                    <a:pt x="0" y="0"/>
                  </a:moveTo>
                  <a:lnTo>
                    <a:pt x="4666339" y="0"/>
                  </a:lnTo>
                  <a:lnTo>
                    <a:pt x="4666339" y="419018"/>
                  </a:lnTo>
                  <a:lnTo>
                    <a:pt x="0" y="419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4666339" cy="485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7"/>
                </a:lnSpc>
              </a:pPr>
              <a:r>
                <a:rPr lang="en-US" sz="2137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Business Logic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71339" y="6399550"/>
            <a:ext cx="3499754" cy="314264"/>
            <a:chOff x="0" y="0"/>
            <a:chExt cx="4666339" cy="41901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666339" cy="419018"/>
            </a:xfrm>
            <a:custGeom>
              <a:avLst/>
              <a:gdLst/>
              <a:ahLst/>
              <a:cxnLst/>
              <a:rect r="r" b="b" t="t" l="l"/>
              <a:pathLst>
                <a:path h="419018" w="4666339">
                  <a:moveTo>
                    <a:pt x="0" y="0"/>
                  </a:moveTo>
                  <a:lnTo>
                    <a:pt x="4666339" y="0"/>
                  </a:lnTo>
                  <a:lnTo>
                    <a:pt x="4666339" y="419018"/>
                  </a:lnTo>
                  <a:lnTo>
                    <a:pt x="0" y="419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4666339" cy="485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7"/>
                </a:lnSpc>
              </a:pPr>
              <a:r>
                <a:rPr lang="en-US" sz="2137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Repository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342482" y="6399550"/>
            <a:ext cx="3599747" cy="314264"/>
            <a:chOff x="0" y="0"/>
            <a:chExt cx="4799663" cy="41901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99662" cy="419018"/>
            </a:xfrm>
            <a:custGeom>
              <a:avLst/>
              <a:gdLst/>
              <a:ahLst/>
              <a:cxnLst/>
              <a:rect r="r" b="b" t="t" l="l"/>
              <a:pathLst>
                <a:path h="419018" w="4799662">
                  <a:moveTo>
                    <a:pt x="0" y="0"/>
                  </a:moveTo>
                  <a:lnTo>
                    <a:pt x="4799662" y="0"/>
                  </a:lnTo>
                  <a:lnTo>
                    <a:pt x="4799662" y="419018"/>
                  </a:lnTo>
                  <a:lnTo>
                    <a:pt x="0" y="419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4799663" cy="485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7"/>
                </a:lnSpc>
              </a:pPr>
              <a:r>
                <a:rPr lang="en-US" sz="2137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Database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13624" y="6399550"/>
            <a:ext cx="3499754" cy="314264"/>
            <a:chOff x="0" y="0"/>
            <a:chExt cx="4666339" cy="41901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66339" cy="419018"/>
            </a:xfrm>
            <a:custGeom>
              <a:avLst/>
              <a:gdLst/>
              <a:ahLst/>
              <a:cxnLst/>
              <a:rect r="r" b="b" t="t" l="l"/>
              <a:pathLst>
                <a:path h="419018" w="4666339">
                  <a:moveTo>
                    <a:pt x="0" y="0"/>
                  </a:moveTo>
                  <a:lnTo>
                    <a:pt x="4666339" y="0"/>
                  </a:lnTo>
                  <a:lnTo>
                    <a:pt x="4666339" y="419018"/>
                  </a:lnTo>
                  <a:lnTo>
                    <a:pt x="0" y="419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4666339" cy="485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7"/>
                </a:lnSpc>
              </a:pPr>
              <a:r>
                <a:rPr lang="en-US" sz="2137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Response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71339" y="2542678"/>
            <a:ext cx="3499754" cy="2185561"/>
            <a:chOff x="0" y="0"/>
            <a:chExt cx="4666339" cy="29140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666339" cy="2914081"/>
            </a:xfrm>
            <a:custGeom>
              <a:avLst/>
              <a:gdLst/>
              <a:ahLst/>
              <a:cxnLst/>
              <a:rect r="r" b="b" t="t" l="l"/>
              <a:pathLst>
                <a:path h="2914081" w="4666339">
                  <a:moveTo>
                    <a:pt x="0" y="0"/>
                  </a:moveTo>
                  <a:lnTo>
                    <a:pt x="4666339" y="0"/>
                  </a:lnTo>
                  <a:lnTo>
                    <a:pt x="4666339" y="2914081"/>
                  </a:lnTo>
                  <a:lnTo>
                    <a:pt x="0" y="29140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0"/>
              <a:ext cx="4666339" cy="3009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1349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Initiates via REST API calls using Postman/Frontend. Spring Boot's @RestController receives HTTP requests (GET/POST/PUT/DELETE) with headers/body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342482" y="2542678"/>
            <a:ext cx="3499754" cy="2185561"/>
            <a:chOff x="0" y="0"/>
            <a:chExt cx="4666339" cy="291408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66339" cy="2914081"/>
            </a:xfrm>
            <a:custGeom>
              <a:avLst/>
              <a:gdLst/>
              <a:ahLst/>
              <a:cxnLst/>
              <a:rect r="r" b="b" t="t" l="l"/>
              <a:pathLst>
                <a:path h="2914081" w="4666339">
                  <a:moveTo>
                    <a:pt x="0" y="0"/>
                  </a:moveTo>
                  <a:lnTo>
                    <a:pt x="4666339" y="0"/>
                  </a:lnTo>
                  <a:lnTo>
                    <a:pt x="4666339" y="2914081"/>
                  </a:lnTo>
                  <a:lnTo>
                    <a:pt x="0" y="29140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0"/>
              <a:ext cx="4666339" cy="3009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1349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OncePerRequestFilter implementation validates Authorization header. Extracts JWT token using JJWT library. Spring Security's SecurityContextHolder stores authentication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13624" y="2542678"/>
            <a:ext cx="3785448" cy="2456970"/>
            <a:chOff x="0" y="0"/>
            <a:chExt cx="5047264" cy="32759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047264" cy="3275960"/>
            </a:xfrm>
            <a:custGeom>
              <a:avLst/>
              <a:gdLst/>
              <a:ahLst/>
              <a:cxnLst/>
              <a:rect r="r" b="b" t="t" l="l"/>
              <a:pathLst>
                <a:path h="3275960" w="5047264">
                  <a:moveTo>
                    <a:pt x="0" y="0"/>
                  </a:moveTo>
                  <a:lnTo>
                    <a:pt x="5047264" y="0"/>
                  </a:lnTo>
                  <a:lnTo>
                    <a:pt x="5047264" y="3275960"/>
                  </a:lnTo>
                  <a:lnTo>
                    <a:pt x="0" y="3275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0"/>
              <a:ext cx="5047264" cy="3371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1349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JwtAuthenticationProvider verifies token signature/expiry. Custom UserDetailsService loads authorities. Spring Security's AuthenticationManager builds fully populated Authentication object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499051" y="2542678"/>
            <a:ext cx="3499754" cy="2728380"/>
            <a:chOff x="0" y="0"/>
            <a:chExt cx="4666339" cy="363783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66339" cy="3637840"/>
            </a:xfrm>
            <a:custGeom>
              <a:avLst/>
              <a:gdLst/>
              <a:ahLst/>
              <a:cxnLst/>
              <a:rect r="r" b="b" t="t" l="l"/>
              <a:pathLst>
                <a:path h="3637840" w="4666339">
                  <a:moveTo>
                    <a:pt x="0" y="0"/>
                  </a:moveTo>
                  <a:lnTo>
                    <a:pt x="4666339" y="0"/>
                  </a:lnTo>
                  <a:lnTo>
                    <a:pt x="4666339" y="3637840"/>
                  </a:lnTo>
                  <a:lnTo>
                    <a:pt x="0" y="3637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0"/>
              <a:ext cx="4666339" cy="3733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1349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@Service components process requests following SOLID principles. Transactional operations managed via @Transactional. Spring AOP handles cross-cutting concerns (logging, metrics)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71339" y="6856661"/>
            <a:ext cx="3499754" cy="2456970"/>
            <a:chOff x="0" y="0"/>
            <a:chExt cx="4666339" cy="3275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66339" cy="3275960"/>
            </a:xfrm>
            <a:custGeom>
              <a:avLst/>
              <a:gdLst/>
              <a:ahLst/>
              <a:cxnLst/>
              <a:rect r="r" b="b" t="t" l="l"/>
              <a:pathLst>
                <a:path h="3275960" w="4666339">
                  <a:moveTo>
                    <a:pt x="0" y="0"/>
                  </a:moveTo>
                  <a:lnTo>
                    <a:pt x="4666339" y="0"/>
                  </a:lnTo>
                  <a:lnTo>
                    <a:pt x="4666339" y="3275960"/>
                  </a:lnTo>
                  <a:lnTo>
                    <a:pt x="0" y="3275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0"/>
              <a:ext cx="4666339" cy="3371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1349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Spring Data JPA interfaces (extending CrudRepository) with @Query annotations. Hibernate converts method calls to SQL. EntityManager handles JPA entity lifecycle (persist/merge)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342482" y="6856661"/>
            <a:ext cx="3599747" cy="2728380"/>
            <a:chOff x="0" y="0"/>
            <a:chExt cx="4799663" cy="363783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99662" cy="3637840"/>
            </a:xfrm>
            <a:custGeom>
              <a:avLst/>
              <a:gdLst/>
              <a:ahLst/>
              <a:cxnLst/>
              <a:rect r="r" b="b" t="t" l="l"/>
              <a:pathLst>
                <a:path h="3637840" w="4799662">
                  <a:moveTo>
                    <a:pt x="0" y="0"/>
                  </a:moveTo>
                  <a:lnTo>
                    <a:pt x="4799662" y="0"/>
                  </a:lnTo>
                  <a:lnTo>
                    <a:pt x="4799662" y="3637840"/>
                  </a:lnTo>
                  <a:lnTo>
                    <a:pt x="0" y="3637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0"/>
              <a:ext cx="4799663" cy="3733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1349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Relational (MySQL/PostgreSQL) with connection pooling (HikariCP). JPA/Hibernate generates optimized SQL. @Entity classes map to tables with @Column/@JoinColumn annotations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413624" y="6856661"/>
            <a:ext cx="3499754" cy="2456970"/>
            <a:chOff x="0" y="0"/>
            <a:chExt cx="4666339" cy="3275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666339" cy="3275960"/>
            </a:xfrm>
            <a:custGeom>
              <a:avLst/>
              <a:gdLst/>
              <a:ahLst/>
              <a:cxnLst/>
              <a:rect r="r" b="b" t="t" l="l"/>
              <a:pathLst>
                <a:path h="3275960" w="4666339">
                  <a:moveTo>
                    <a:pt x="0" y="0"/>
                  </a:moveTo>
                  <a:lnTo>
                    <a:pt x="4666339" y="0"/>
                  </a:lnTo>
                  <a:lnTo>
                    <a:pt x="4666339" y="3275960"/>
                  </a:lnTo>
                  <a:lnTo>
                    <a:pt x="0" y="3275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0"/>
              <a:ext cx="4666339" cy="3371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1349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@ResponseBody returns ResponseEntity with HTTP status. Spring HttpMessageConverters (Jackson) serialize DTOs to JSON. Global @ControllerAdvice handles exceptions uniformly</a:t>
              </a:r>
            </a:p>
          </p:txBody>
        </p:sp>
      </p:grpSp>
      <p:grpSp>
        <p:nvGrpSpPr>
          <p:cNvPr name="Group 65" id="65"/>
          <p:cNvGrpSpPr>
            <a:grpSpLocks noChangeAspect="true"/>
          </p:cNvGrpSpPr>
          <p:nvPr/>
        </p:nvGrpSpPr>
        <p:grpSpPr>
          <a:xfrm rot="0">
            <a:off x="2842657" y="1414186"/>
            <a:ext cx="342833" cy="171417"/>
            <a:chOff x="0" y="0"/>
            <a:chExt cx="457111" cy="22855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57073" cy="228600"/>
            </a:xfrm>
            <a:custGeom>
              <a:avLst/>
              <a:gdLst/>
              <a:ahLst/>
              <a:cxnLst/>
              <a:rect r="r" b="b" t="t" l="l"/>
              <a:pathLst>
                <a:path h="228600" w="457073">
                  <a:moveTo>
                    <a:pt x="0" y="0"/>
                  </a:moveTo>
                  <a:lnTo>
                    <a:pt x="457073" y="0"/>
                  </a:lnTo>
                  <a:lnTo>
                    <a:pt x="457073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9990" r="-8" b="-49970"/>
              </a:stretch>
            </a:blipFill>
          </p:spPr>
        </p:sp>
      </p:grpSp>
      <p:grpSp>
        <p:nvGrpSpPr>
          <p:cNvPr name="Group 67" id="67"/>
          <p:cNvGrpSpPr>
            <a:grpSpLocks noChangeAspect="true"/>
          </p:cNvGrpSpPr>
          <p:nvPr/>
        </p:nvGrpSpPr>
        <p:grpSpPr>
          <a:xfrm rot="0">
            <a:off x="6956654" y="1414186"/>
            <a:ext cx="271409" cy="171417"/>
            <a:chOff x="0" y="0"/>
            <a:chExt cx="361879" cy="22855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1823" cy="228600"/>
            </a:xfrm>
            <a:custGeom>
              <a:avLst/>
              <a:gdLst/>
              <a:ahLst/>
              <a:cxnLst/>
              <a:rect r="r" b="b" t="t" l="l"/>
              <a:pathLst>
                <a:path h="228600" w="361823">
                  <a:moveTo>
                    <a:pt x="0" y="0"/>
                  </a:moveTo>
                  <a:lnTo>
                    <a:pt x="361823" y="0"/>
                  </a:lnTo>
                  <a:lnTo>
                    <a:pt x="361823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0639" r="-1883" b="-30619"/>
              </a:stretch>
            </a:blipFill>
          </p:spPr>
        </p:sp>
      </p:grpSp>
      <p:grpSp>
        <p:nvGrpSpPr>
          <p:cNvPr name="Group 69" id="69"/>
          <p:cNvGrpSpPr>
            <a:grpSpLocks noChangeAspect="true"/>
          </p:cNvGrpSpPr>
          <p:nvPr/>
        </p:nvGrpSpPr>
        <p:grpSpPr>
          <a:xfrm rot="0">
            <a:off x="10999227" y="1414186"/>
            <a:ext cx="342833" cy="171417"/>
            <a:chOff x="0" y="0"/>
            <a:chExt cx="457111" cy="22855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7073" cy="228600"/>
            </a:xfrm>
            <a:custGeom>
              <a:avLst/>
              <a:gdLst/>
              <a:ahLst/>
              <a:cxnLst/>
              <a:rect r="r" b="b" t="t" l="l"/>
              <a:pathLst>
                <a:path h="228600" w="457073">
                  <a:moveTo>
                    <a:pt x="0" y="0"/>
                  </a:moveTo>
                  <a:lnTo>
                    <a:pt x="457073" y="0"/>
                  </a:lnTo>
                  <a:lnTo>
                    <a:pt x="457073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9990" r="-8" b="-49970"/>
              </a:stretch>
            </a:blipFill>
          </p:spPr>
        </p:sp>
      </p:grpSp>
      <p:grpSp>
        <p:nvGrpSpPr>
          <p:cNvPr name="Group 71" id="71"/>
          <p:cNvGrpSpPr>
            <a:grpSpLocks noChangeAspect="true"/>
          </p:cNvGrpSpPr>
          <p:nvPr/>
        </p:nvGrpSpPr>
        <p:grpSpPr>
          <a:xfrm rot="0">
            <a:off x="15084654" y="1414186"/>
            <a:ext cx="314264" cy="171417"/>
            <a:chOff x="0" y="0"/>
            <a:chExt cx="419018" cy="22855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8973" cy="228600"/>
            </a:xfrm>
            <a:custGeom>
              <a:avLst/>
              <a:gdLst/>
              <a:ahLst/>
              <a:cxnLst/>
              <a:rect r="r" b="b" t="t" l="l"/>
              <a:pathLst>
                <a:path h="228600" w="418973">
                  <a:moveTo>
                    <a:pt x="0" y="0"/>
                  </a:moveTo>
                  <a:lnTo>
                    <a:pt x="418973" y="0"/>
                  </a:lnTo>
                  <a:lnTo>
                    <a:pt x="418973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2584" r="-1020" b="-42564"/>
              </a:stretch>
            </a:blipFill>
          </p:spPr>
        </p:sp>
      </p:grpSp>
      <p:grpSp>
        <p:nvGrpSpPr>
          <p:cNvPr name="Group 73" id="73"/>
          <p:cNvGrpSpPr>
            <a:grpSpLocks noChangeAspect="true"/>
          </p:cNvGrpSpPr>
          <p:nvPr/>
        </p:nvGrpSpPr>
        <p:grpSpPr>
          <a:xfrm rot="0">
            <a:off x="2899796" y="5728169"/>
            <a:ext cx="242840" cy="171417"/>
            <a:chOff x="0" y="0"/>
            <a:chExt cx="323787" cy="22855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23850" cy="228600"/>
            </a:xfrm>
            <a:custGeom>
              <a:avLst/>
              <a:gdLst/>
              <a:ahLst/>
              <a:cxnLst/>
              <a:rect r="r" b="b" t="t" l="l"/>
              <a:pathLst>
                <a:path h="22860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1424" r="-820" b="-21404"/>
              </a:stretch>
            </a:blipFill>
          </p:spPr>
        </p:sp>
      </p:grpSp>
      <p:grpSp>
        <p:nvGrpSpPr>
          <p:cNvPr name="Group 75" id="75"/>
          <p:cNvGrpSpPr>
            <a:grpSpLocks noChangeAspect="true"/>
          </p:cNvGrpSpPr>
          <p:nvPr/>
        </p:nvGrpSpPr>
        <p:grpSpPr>
          <a:xfrm rot="0">
            <a:off x="6956654" y="5728169"/>
            <a:ext cx="271409" cy="171417"/>
            <a:chOff x="0" y="0"/>
            <a:chExt cx="361879" cy="22855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1823" cy="228600"/>
            </a:xfrm>
            <a:custGeom>
              <a:avLst/>
              <a:gdLst/>
              <a:ahLst/>
              <a:cxnLst/>
              <a:rect r="r" b="b" t="t" l="l"/>
              <a:pathLst>
                <a:path h="228600" w="361823">
                  <a:moveTo>
                    <a:pt x="0" y="0"/>
                  </a:moveTo>
                  <a:lnTo>
                    <a:pt x="361823" y="0"/>
                  </a:lnTo>
                  <a:lnTo>
                    <a:pt x="361823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0639" r="-1883" b="-30619"/>
              </a:stretch>
            </a:blipFill>
          </p:spPr>
        </p:sp>
      </p:grpSp>
      <p:grpSp>
        <p:nvGrpSpPr>
          <p:cNvPr name="Group 77" id="77"/>
          <p:cNvGrpSpPr>
            <a:grpSpLocks noChangeAspect="true"/>
          </p:cNvGrpSpPr>
          <p:nvPr/>
        </p:nvGrpSpPr>
        <p:grpSpPr>
          <a:xfrm rot="0">
            <a:off x="11027796" y="5728169"/>
            <a:ext cx="271409" cy="171417"/>
            <a:chOff x="0" y="0"/>
            <a:chExt cx="361879" cy="22855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61823" cy="228600"/>
            </a:xfrm>
            <a:custGeom>
              <a:avLst/>
              <a:gdLst/>
              <a:ahLst/>
              <a:cxnLst/>
              <a:rect r="r" b="b" t="t" l="l"/>
              <a:pathLst>
                <a:path h="228600" w="361823">
                  <a:moveTo>
                    <a:pt x="0" y="0"/>
                  </a:moveTo>
                  <a:lnTo>
                    <a:pt x="361823" y="0"/>
                  </a:lnTo>
                  <a:lnTo>
                    <a:pt x="361823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0639" r="-1883" b="-3061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0D0A2C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0" t="0" r="-1020" b="-20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78503" y="1107065"/>
            <a:ext cx="285694" cy="1342763"/>
            <a:chOff x="0" y="0"/>
            <a:chExt cx="380926" cy="1790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25" y="9525"/>
              <a:ext cx="361823" cy="1771269"/>
            </a:xfrm>
            <a:custGeom>
              <a:avLst/>
              <a:gdLst/>
              <a:ahLst/>
              <a:cxnLst/>
              <a:rect r="r" b="b" t="t" l="l"/>
              <a:pathLst>
                <a:path h="1771269" w="361823">
                  <a:moveTo>
                    <a:pt x="0" y="0"/>
                  </a:moveTo>
                  <a:lnTo>
                    <a:pt x="361823" y="0"/>
                  </a:lnTo>
                  <a:lnTo>
                    <a:pt x="361823" y="1771269"/>
                  </a:lnTo>
                  <a:lnTo>
                    <a:pt x="0" y="1771269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0873" cy="1790319"/>
            </a:xfrm>
            <a:custGeom>
              <a:avLst/>
              <a:gdLst/>
              <a:ahLst/>
              <a:cxnLst/>
              <a:rect r="r" b="b" t="t" l="l"/>
              <a:pathLst>
                <a:path h="1790319" w="380873">
                  <a:moveTo>
                    <a:pt x="9525" y="0"/>
                  </a:moveTo>
                  <a:lnTo>
                    <a:pt x="371348" y="0"/>
                  </a:lnTo>
                  <a:cubicBezTo>
                    <a:pt x="376555" y="0"/>
                    <a:pt x="380873" y="4318"/>
                    <a:pt x="380873" y="9525"/>
                  </a:cubicBezTo>
                  <a:lnTo>
                    <a:pt x="380873" y="1780794"/>
                  </a:lnTo>
                  <a:cubicBezTo>
                    <a:pt x="380873" y="1786001"/>
                    <a:pt x="376555" y="1790319"/>
                    <a:pt x="371348" y="1790319"/>
                  </a:cubicBezTo>
                  <a:lnTo>
                    <a:pt x="9525" y="1790319"/>
                  </a:lnTo>
                  <a:cubicBezTo>
                    <a:pt x="4318" y="1790319"/>
                    <a:pt x="0" y="1786001"/>
                    <a:pt x="0" y="1780794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780794"/>
                  </a:lnTo>
                  <a:lnTo>
                    <a:pt x="9525" y="1780794"/>
                  </a:lnTo>
                  <a:lnTo>
                    <a:pt x="9525" y="1771269"/>
                  </a:lnTo>
                  <a:lnTo>
                    <a:pt x="371348" y="1771269"/>
                  </a:lnTo>
                  <a:lnTo>
                    <a:pt x="371348" y="1780794"/>
                  </a:lnTo>
                  <a:lnTo>
                    <a:pt x="361823" y="1780794"/>
                  </a:lnTo>
                  <a:lnTo>
                    <a:pt x="361823" y="9525"/>
                  </a:lnTo>
                  <a:lnTo>
                    <a:pt x="371348" y="9525"/>
                  </a:lnTo>
                  <a:lnTo>
                    <a:pt x="37134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07044" y="2578390"/>
            <a:ext cx="285694" cy="1342763"/>
            <a:chOff x="0" y="0"/>
            <a:chExt cx="380926" cy="1790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525" y="9525"/>
              <a:ext cx="361823" cy="1771269"/>
            </a:xfrm>
            <a:custGeom>
              <a:avLst/>
              <a:gdLst/>
              <a:ahLst/>
              <a:cxnLst/>
              <a:rect r="r" b="b" t="t" l="l"/>
              <a:pathLst>
                <a:path h="1771269" w="361823">
                  <a:moveTo>
                    <a:pt x="0" y="0"/>
                  </a:moveTo>
                  <a:lnTo>
                    <a:pt x="361823" y="0"/>
                  </a:lnTo>
                  <a:lnTo>
                    <a:pt x="361823" y="1771269"/>
                  </a:lnTo>
                  <a:lnTo>
                    <a:pt x="0" y="1771269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0873" cy="1790319"/>
            </a:xfrm>
            <a:custGeom>
              <a:avLst/>
              <a:gdLst/>
              <a:ahLst/>
              <a:cxnLst/>
              <a:rect r="r" b="b" t="t" l="l"/>
              <a:pathLst>
                <a:path h="1790319" w="380873">
                  <a:moveTo>
                    <a:pt x="9525" y="0"/>
                  </a:moveTo>
                  <a:lnTo>
                    <a:pt x="371348" y="0"/>
                  </a:lnTo>
                  <a:cubicBezTo>
                    <a:pt x="376555" y="0"/>
                    <a:pt x="380873" y="4318"/>
                    <a:pt x="380873" y="9525"/>
                  </a:cubicBezTo>
                  <a:lnTo>
                    <a:pt x="380873" y="1780794"/>
                  </a:lnTo>
                  <a:cubicBezTo>
                    <a:pt x="380873" y="1786001"/>
                    <a:pt x="376555" y="1790319"/>
                    <a:pt x="371348" y="1790319"/>
                  </a:cubicBezTo>
                  <a:lnTo>
                    <a:pt x="9525" y="1790319"/>
                  </a:lnTo>
                  <a:cubicBezTo>
                    <a:pt x="4318" y="1790319"/>
                    <a:pt x="0" y="1786001"/>
                    <a:pt x="0" y="1780794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780794"/>
                  </a:lnTo>
                  <a:lnTo>
                    <a:pt x="9525" y="1780794"/>
                  </a:lnTo>
                  <a:lnTo>
                    <a:pt x="9525" y="1771269"/>
                  </a:lnTo>
                  <a:lnTo>
                    <a:pt x="371348" y="1771269"/>
                  </a:lnTo>
                  <a:lnTo>
                    <a:pt x="371348" y="1780794"/>
                  </a:lnTo>
                  <a:lnTo>
                    <a:pt x="361823" y="1780794"/>
                  </a:lnTo>
                  <a:lnTo>
                    <a:pt x="361823" y="9525"/>
                  </a:lnTo>
                  <a:lnTo>
                    <a:pt x="371348" y="9525"/>
                  </a:lnTo>
                  <a:lnTo>
                    <a:pt x="37134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821301" y="4035431"/>
            <a:ext cx="285694" cy="1342763"/>
            <a:chOff x="0" y="0"/>
            <a:chExt cx="380926" cy="17903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9525" y="9525"/>
              <a:ext cx="361823" cy="1771269"/>
            </a:xfrm>
            <a:custGeom>
              <a:avLst/>
              <a:gdLst/>
              <a:ahLst/>
              <a:cxnLst/>
              <a:rect r="r" b="b" t="t" l="l"/>
              <a:pathLst>
                <a:path h="1771269" w="361823">
                  <a:moveTo>
                    <a:pt x="0" y="0"/>
                  </a:moveTo>
                  <a:lnTo>
                    <a:pt x="361823" y="0"/>
                  </a:lnTo>
                  <a:lnTo>
                    <a:pt x="361823" y="1771269"/>
                  </a:lnTo>
                  <a:lnTo>
                    <a:pt x="0" y="1771269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0873" cy="1790319"/>
            </a:xfrm>
            <a:custGeom>
              <a:avLst/>
              <a:gdLst/>
              <a:ahLst/>
              <a:cxnLst/>
              <a:rect r="r" b="b" t="t" l="l"/>
              <a:pathLst>
                <a:path h="1790319" w="380873">
                  <a:moveTo>
                    <a:pt x="9525" y="0"/>
                  </a:moveTo>
                  <a:lnTo>
                    <a:pt x="371348" y="0"/>
                  </a:lnTo>
                  <a:cubicBezTo>
                    <a:pt x="376555" y="0"/>
                    <a:pt x="380873" y="4318"/>
                    <a:pt x="380873" y="9525"/>
                  </a:cubicBezTo>
                  <a:lnTo>
                    <a:pt x="380873" y="1780794"/>
                  </a:lnTo>
                  <a:cubicBezTo>
                    <a:pt x="380873" y="1786001"/>
                    <a:pt x="376555" y="1790319"/>
                    <a:pt x="371348" y="1790319"/>
                  </a:cubicBezTo>
                  <a:lnTo>
                    <a:pt x="9525" y="1790319"/>
                  </a:lnTo>
                  <a:cubicBezTo>
                    <a:pt x="4318" y="1790319"/>
                    <a:pt x="0" y="1786001"/>
                    <a:pt x="0" y="1780794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780794"/>
                  </a:lnTo>
                  <a:lnTo>
                    <a:pt x="9525" y="1780794"/>
                  </a:lnTo>
                  <a:lnTo>
                    <a:pt x="9525" y="1771269"/>
                  </a:lnTo>
                  <a:lnTo>
                    <a:pt x="371348" y="1771269"/>
                  </a:lnTo>
                  <a:lnTo>
                    <a:pt x="371348" y="1780794"/>
                  </a:lnTo>
                  <a:lnTo>
                    <a:pt x="361823" y="1780794"/>
                  </a:lnTo>
                  <a:lnTo>
                    <a:pt x="361823" y="9525"/>
                  </a:lnTo>
                  <a:lnTo>
                    <a:pt x="371348" y="9525"/>
                  </a:lnTo>
                  <a:lnTo>
                    <a:pt x="37134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249842" y="5506756"/>
            <a:ext cx="285694" cy="1342763"/>
            <a:chOff x="0" y="0"/>
            <a:chExt cx="380926" cy="17903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9525" y="9525"/>
              <a:ext cx="361823" cy="1771269"/>
            </a:xfrm>
            <a:custGeom>
              <a:avLst/>
              <a:gdLst/>
              <a:ahLst/>
              <a:cxnLst/>
              <a:rect r="r" b="b" t="t" l="l"/>
              <a:pathLst>
                <a:path h="1771269" w="361823">
                  <a:moveTo>
                    <a:pt x="0" y="0"/>
                  </a:moveTo>
                  <a:lnTo>
                    <a:pt x="361823" y="0"/>
                  </a:lnTo>
                  <a:lnTo>
                    <a:pt x="361823" y="1771269"/>
                  </a:lnTo>
                  <a:lnTo>
                    <a:pt x="0" y="1771269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0873" cy="1790319"/>
            </a:xfrm>
            <a:custGeom>
              <a:avLst/>
              <a:gdLst/>
              <a:ahLst/>
              <a:cxnLst/>
              <a:rect r="r" b="b" t="t" l="l"/>
              <a:pathLst>
                <a:path h="1790319" w="380873">
                  <a:moveTo>
                    <a:pt x="9525" y="0"/>
                  </a:moveTo>
                  <a:lnTo>
                    <a:pt x="371348" y="0"/>
                  </a:lnTo>
                  <a:cubicBezTo>
                    <a:pt x="376555" y="0"/>
                    <a:pt x="380873" y="4318"/>
                    <a:pt x="380873" y="9525"/>
                  </a:cubicBezTo>
                  <a:lnTo>
                    <a:pt x="380873" y="1780794"/>
                  </a:lnTo>
                  <a:cubicBezTo>
                    <a:pt x="380873" y="1786001"/>
                    <a:pt x="376555" y="1790319"/>
                    <a:pt x="371348" y="1790319"/>
                  </a:cubicBezTo>
                  <a:lnTo>
                    <a:pt x="9525" y="1790319"/>
                  </a:lnTo>
                  <a:cubicBezTo>
                    <a:pt x="4318" y="1790319"/>
                    <a:pt x="0" y="1786001"/>
                    <a:pt x="0" y="1780794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780794"/>
                  </a:lnTo>
                  <a:lnTo>
                    <a:pt x="9525" y="1780794"/>
                  </a:lnTo>
                  <a:lnTo>
                    <a:pt x="9525" y="1771269"/>
                  </a:lnTo>
                  <a:lnTo>
                    <a:pt x="371348" y="1771269"/>
                  </a:lnTo>
                  <a:lnTo>
                    <a:pt x="371348" y="1780794"/>
                  </a:lnTo>
                  <a:lnTo>
                    <a:pt x="361823" y="1780794"/>
                  </a:lnTo>
                  <a:lnTo>
                    <a:pt x="361823" y="9525"/>
                  </a:lnTo>
                  <a:lnTo>
                    <a:pt x="371348" y="9525"/>
                  </a:lnTo>
                  <a:lnTo>
                    <a:pt x="37134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821301" y="6978081"/>
            <a:ext cx="285694" cy="1342763"/>
            <a:chOff x="0" y="0"/>
            <a:chExt cx="380926" cy="1790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9525" y="9525"/>
              <a:ext cx="361823" cy="1771269"/>
            </a:xfrm>
            <a:custGeom>
              <a:avLst/>
              <a:gdLst/>
              <a:ahLst/>
              <a:cxnLst/>
              <a:rect r="r" b="b" t="t" l="l"/>
              <a:pathLst>
                <a:path h="1771269" w="361823">
                  <a:moveTo>
                    <a:pt x="0" y="0"/>
                  </a:moveTo>
                  <a:lnTo>
                    <a:pt x="361823" y="0"/>
                  </a:lnTo>
                  <a:lnTo>
                    <a:pt x="361823" y="1771269"/>
                  </a:lnTo>
                  <a:lnTo>
                    <a:pt x="0" y="1771269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0873" cy="1790319"/>
            </a:xfrm>
            <a:custGeom>
              <a:avLst/>
              <a:gdLst/>
              <a:ahLst/>
              <a:cxnLst/>
              <a:rect r="r" b="b" t="t" l="l"/>
              <a:pathLst>
                <a:path h="1790319" w="380873">
                  <a:moveTo>
                    <a:pt x="9525" y="0"/>
                  </a:moveTo>
                  <a:lnTo>
                    <a:pt x="371348" y="0"/>
                  </a:lnTo>
                  <a:cubicBezTo>
                    <a:pt x="376555" y="0"/>
                    <a:pt x="380873" y="4318"/>
                    <a:pt x="380873" y="9525"/>
                  </a:cubicBezTo>
                  <a:lnTo>
                    <a:pt x="380873" y="1780794"/>
                  </a:lnTo>
                  <a:cubicBezTo>
                    <a:pt x="380873" y="1786001"/>
                    <a:pt x="376555" y="1790319"/>
                    <a:pt x="371348" y="1790319"/>
                  </a:cubicBezTo>
                  <a:lnTo>
                    <a:pt x="9525" y="1790319"/>
                  </a:lnTo>
                  <a:cubicBezTo>
                    <a:pt x="4318" y="1790319"/>
                    <a:pt x="0" y="1786001"/>
                    <a:pt x="0" y="1780794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780794"/>
                  </a:lnTo>
                  <a:lnTo>
                    <a:pt x="9525" y="1780794"/>
                  </a:lnTo>
                  <a:lnTo>
                    <a:pt x="9525" y="1771269"/>
                  </a:lnTo>
                  <a:lnTo>
                    <a:pt x="371348" y="1771269"/>
                  </a:lnTo>
                  <a:lnTo>
                    <a:pt x="371348" y="1780794"/>
                  </a:lnTo>
                  <a:lnTo>
                    <a:pt x="361823" y="1780794"/>
                  </a:lnTo>
                  <a:lnTo>
                    <a:pt x="361823" y="9525"/>
                  </a:lnTo>
                  <a:lnTo>
                    <a:pt x="371348" y="9525"/>
                  </a:lnTo>
                  <a:lnTo>
                    <a:pt x="37134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407044" y="8449406"/>
            <a:ext cx="285694" cy="1342763"/>
            <a:chOff x="0" y="0"/>
            <a:chExt cx="380926" cy="17903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9525" y="9525"/>
              <a:ext cx="361823" cy="1771269"/>
            </a:xfrm>
            <a:custGeom>
              <a:avLst/>
              <a:gdLst/>
              <a:ahLst/>
              <a:cxnLst/>
              <a:rect r="r" b="b" t="t" l="l"/>
              <a:pathLst>
                <a:path h="1771269" w="361823">
                  <a:moveTo>
                    <a:pt x="0" y="0"/>
                  </a:moveTo>
                  <a:lnTo>
                    <a:pt x="361823" y="0"/>
                  </a:lnTo>
                  <a:lnTo>
                    <a:pt x="361823" y="1771269"/>
                  </a:lnTo>
                  <a:lnTo>
                    <a:pt x="0" y="1771269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0873" cy="1790319"/>
            </a:xfrm>
            <a:custGeom>
              <a:avLst/>
              <a:gdLst/>
              <a:ahLst/>
              <a:cxnLst/>
              <a:rect r="r" b="b" t="t" l="l"/>
              <a:pathLst>
                <a:path h="1790319" w="380873">
                  <a:moveTo>
                    <a:pt x="9525" y="0"/>
                  </a:moveTo>
                  <a:lnTo>
                    <a:pt x="371348" y="0"/>
                  </a:lnTo>
                  <a:cubicBezTo>
                    <a:pt x="376555" y="0"/>
                    <a:pt x="380873" y="4318"/>
                    <a:pt x="380873" y="9525"/>
                  </a:cubicBezTo>
                  <a:lnTo>
                    <a:pt x="380873" y="1780794"/>
                  </a:lnTo>
                  <a:cubicBezTo>
                    <a:pt x="380873" y="1786001"/>
                    <a:pt x="376555" y="1790319"/>
                    <a:pt x="371348" y="1790319"/>
                  </a:cubicBezTo>
                  <a:lnTo>
                    <a:pt x="9525" y="1790319"/>
                  </a:lnTo>
                  <a:cubicBezTo>
                    <a:pt x="4318" y="1790319"/>
                    <a:pt x="0" y="1786001"/>
                    <a:pt x="0" y="1780794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780794"/>
                  </a:lnTo>
                  <a:lnTo>
                    <a:pt x="9525" y="1780794"/>
                  </a:lnTo>
                  <a:lnTo>
                    <a:pt x="9525" y="1771269"/>
                  </a:lnTo>
                  <a:lnTo>
                    <a:pt x="371348" y="1771269"/>
                  </a:lnTo>
                  <a:lnTo>
                    <a:pt x="371348" y="1780794"/>
                  </a:lnTo>
                  <a:lnTo>
                    <a:pt x="361823" y="1780794"/>
                  </a:lnTo>
                  <a:lnTo>
                    <a:pt x="361823" y="9525"/>
                  </a:lnTo>
                  <a:lnTo>
                    <a:pt x="371348" y="9525"/>
                  </a:lnTo>
                  <a:lnTo>
                    <a:pt x="37134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85645" y="485680"/>
            <a:ext cx="16298854" cy="414257"/>
            <a:chOff x="0" y="0"/>
            <a:chExt cx="21731806" cy="55234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731805" cy="552342"/>
            </a:xfrm>
            <a:custGeom>
              <a:avLst/>
              <a:gdLst/>
              <a:ahLst/>
              <a:cxnLst/>
              <a:rect r="r" b="b" t="t" l="l"/>
              <a:pathLst>
                <a:path h="552342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21731806" cy="638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sz="2699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Frontend Workflow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57033" y="1285624"/>
            <a:ext cx="15727466" cy="314264"/>
            <a:chOff x="0" y="0"/>
            <a:chExt cx="20969954" cy="41901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969954" cy="419018"/>
            </a:xfrm>
            <a:custGeom>
              <a:avLst/>
              <a:gdLst/>
              <a:ahLst/>
              <a:cxnLst/>
              <a:rect r="r" b="b" t="t" l="l"/>
              <a:pathLst>
                <a:path h="419018" w="20969954">
                  <a:moveTo>
                    <a:pt x="0" y="0"/>
                  </a:moveTo>
                  <a:lnTo>
                    <a:pt x="20969954" y="0"/>
                  </a:lnTo>
                  <a:lnTo>
                    <a:pt x="20969954" y="419018"/>
                  </a:lnTo>
                  <a:lnTo>
                    <a:pt x="0" y="419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20969954" cy="485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User Login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971290" y="2756949"/>
            <a:ext cx="15298924" cy="314264"/>
            <a:chOff x="0" y="0"/>
            <a:chExt cx="20398566" cy="41901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398566" cy="419018"/>
            </a:xfrm>
            <a:custGeom>
              <a:avLst/>
              <a:gdLst/>
              <a:ahLst/>
              <a:cxnLst/>
              <a:rect r="r" b="b" t="t" l="l"/>
              <a:pathLst>
                <a:path h="419018" w="20398566">
                  <a:moveTo>
                    <a:pt x="0" y="0"/>
                  </a:moveTo>
                  <a:lnTo>
                    <a:pt x="20398566" y="0"/>
                  </a:lnTo>
                  <a:lnTo>
                    <a:pt x="20398566" y="419018"/>
                  </a:lnTo>
                  <a:lnTo>
                    <a:pt x="0" y="419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20398566" cy="485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JWT Token Storage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399831" y="4228274"/>
            <a:ext cx="14870383" cy="314264"/>
            <a:chOff x="0" y="0"/>
            <a:chExt cx="19827178" cy="41901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827177" cy="419018"/>
            </a:xfrm>
            <a:custGeom>
              <a:avLst/>
              <a:gdLst/>
              <a:ahLst/>
              <a:cxnLst/>
              <a:rect r="r" b="b" t="t" l="l"/>
              <a:pathLst>
                <a:path h="419018" w="19827177">
                  <a:moveTo>
                    <a:pt x="0" y="0"/>
                  </a:moveTo>
                  <a:lnTo>
                    <a:pt x="19827177" y="0"/>
                  </a:lnTo>
                  <a:lnTo>
                    <a:pt x="19827177" y="419018"/>
                  </a:lnTo>
                  <a:lnTo>
                    <a:pt x="0" y="419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19827178" cy="485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Dashboard Navigation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828373" y="5699599"/>
            <a:ext cx="14456127" cy="314264"/>
            <a:chOff x="0" y="0"/>
            <a:chExt cx="19274835" cy="41901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274836" cy="419018"/>
            </a:xfrm>
            <a:custGeom>
              <a:avLst/>
              <a:gdLst/>
              <a:ahLst/>
              <a:cxnLst/>
              <a:rect r="r" b="b" t="t" l="l"/>
              <a:pathLst>
                <a:path h="419018" w="19274836">
                  <a:moveTo>
                    <a:pt x="0" y="0"/>
                  </a:moveTo>
                  <a:lnTo>
                    <a:pt x="19274836" y="0"/>
                  </a:lnTo>
                  <a:lnTo>
                    <a:pt x="19274836" y="419018"/>
                  </a:lnTo>
                  <a:lnTo>
                    <a:pt x="0" y="419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19274835" cy="485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API Calls with Auth Headers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399831" y="7156640"/>
            <a:ext cx="14870383" cy="314264"/>
            <a:chOff x="0" y="0"/>
            <a:chExt cx="19827178" cy="41901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827177" cy="419018"/>
            </a:xfrm>
            <a:custGeom>
              <a:avLst/>
              <a:gdLst/>
              <a:ahLst/>
              <a:cxnLst/>
              <a:rect r="r" b="b" t="t" l="l"/>
              <a:pathLst>
                <a:path h="419018" w="19827177">
                  <a:moveTo>
                    <a:pt x="0" y="0"/>
                  </a:moveTo>
                  <a:lnTo>
                    <a:pt x="19827177" y="0"/>
                  </a:lnTo>
                  <a:lnTo>
                    <a:pt x="19827177" y="419018"/>
                  </a:lnTo>
                  <a:lnTo>
                    <a:pt x="0" y="419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19827178" cy="485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Rendering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971290" y="8627965"/>
            <a:ext cx="15298924" cy="314264"/>
            <a:chOff x="0" y="0"/>
            <a:chExt cx="20398566" cy="41901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398566" cy="419018"/>
            </a:xfrm>
            <a:custGeom>
              <a:avLst/>
              <a:gdLst/>
              <a:ahLst/>
              <a:cxnLst/>
              <a:rect r="r" b="b" t="t" l="l"/>
              <a:pathLst>
                <a:path h="419018" w="20398566">
                  <a:moveTo>
                    <a:pt x="0" y="0"/>
                  </a:moveTo>
                  <a:lnTo>
                    <a:pt x="20398566" y="0"/>
                  </a:lnTo>
                  <a:lnTo>
                    <a:pt x="20398566" y="419018"/>
                  </a:lnTo>
                  <a:lnTo>
                    <a:pt x="0" y="419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20398566" cy="485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State Management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57033" y="1728450"/>
            <a:ext cx="15727466" cy="528534"/>
            <a:chOff x="0" y="0"/>
            <a:chExt cx="20969954" cy="7047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969954" cy="704712"/>
            </a:xfrm>
            <a:custGeom>
              <a:avLst/>
              <a:gdLst/>
              <a:ahLst/>
              <a:cxnLst/>
              <a:rect r="r" b="b" t="t" l="l"/>
              <a:pathLst>
                <a:path h="704712" w="20969954">
                  <a:moveTo>
                    <a:pt x="0" y="0"/>
                  </a:moveTo>
                  <a:lnTo>
                    <a:pt x="20969954" y="0"/>
                  </a:lnTo>
                  <a:lnTo>
                    <a:pt x="20969954" y="704712"/>
                  </a:lnTo>
                  <a:lnTo>
                    <a:pt x="0" y="7047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0"/>
              <a:ext cx="20969954" cy="799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1349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LoginForm component with useState for form state, axios for API calls, and react-router for redirection after successful authentication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971290" y="3199775"/>
            <a:ext cx="15298924" cy="528534"/>
            <a:chOff x="0" y="0"/>
            <a:chExt cx="20398566" cy="70471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398566" cy="704712"/>
            </a:xfrm>
            <a:custGeom>
              <a:avLst/>
              <a:gdLst/>
              <a:ahLst/>
              <a:cxnLst/>
              <a:rect r="r" b="b" t="t" l="l"/>
              <a:pathLst>
                <a:path h="704712" w="20398566">
                  <a:moveTo>
                    <a:pt x="0" y="0"/>
                  </a:moveTo>
                  <a:lnTo>
                    <a:pt x="20398566" y="0"/>
                  </a:lnTo>
                  <a:lnTo>
                    <a:pt x="20398566" y="704712"/>
                  </a:lnTo>
                  <a:lnTo>
                    <a:pt x="0" y="7047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0"/>
              <a:ext cx="20398566" cy="799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1349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Custom useAuth hook with useContext to store token in localStorage and provide auth context to entire app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399831" y="4671100"/>
            <a:ext cx="14870383" cy="528534"/>
            <a:chOff x="0" y="0"/>
            <a:chExt cx="19827178" cy="7047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827177" cy="704712"/>
            </a:xfrm>
            <a:custGeom>
              <a:avLst/>
              <a:gdLst/>
              <a:ahLst/>
              <a:cxnLst/>
              <a:rect r="r" b="b" t="t" l="l"/>
              <a:pathLst>
                <a:path h="704712" w="19827177">
                  <a:moveTo>
                    <a:pt x="0" y="0"/>
                  </a:moveTo>
                  <a:lnTo>
                    <a:pt x="19827177" y="0"/>
                  </a:lnTo>
                  <a:lnTo>
                    <a:pt x="19827177" y="704712"/>
                  </a:lnTo>
                  <a:lnTo>
                    <a:pt x="0" y="7047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0"/>
              <a:ext cx="19827178" cy="799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1349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ProtectedRoute component wrapping dashboard, using react-router and checking auth context before rendering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828373" y="6142425"/>
            <a:ext cx="14456127" cy="528534"/>
            <a:chOff x="0" y="0"/>
            <a:chExt cx="19274835" cy="7047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274836" cy="704712"/>
            </a:xfrm>
            <a:custGeom>
              <a:avLst/>
              <a:gdLst/>
              <a:ahLst/>
              <a:cxnLst/>
              <a:rect r="r" b="b" t="t" l="l"/>
              <a:pathLst>
                <a:path h="704712" w="19274836">
                  <a:moveTo>
                    <a:pt x="0" y="0"/>
                  </a:moveTo>
                  <a:lnTo>
                    <a:pt x="19274836" y="0"/>
                  </a:lnTo>
                  <a:lnTo>
                    <a:pt x="19274836" y="704712"/>
                  </a:lnTo>
                  <a:lnTo>
                    <a:pt x="0" y="7047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0"/>
              <a:ext cx="19274835" cy="799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1349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axios interceptors adding Authorization header with token from context, error handling for 401 responses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399831" y="7613750"/>
            <a:ext cx="14870383" cy="528534"/>
            <a:chOff x="0" y="0"/>
            <a:chExt cx="19827178" cy="70471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9827177" cy="704712"/>
            </a:xfrm>
            <a:custGeom>
              <a:avLst/>
              <a:gdLst/>
              <a:ahLst/>
              <a:cxnLst/>
              <a:rect r="r" b="b" t="t" l="l"/>
              <a:pathLst>
                <a:path h="704712" w="19827177">
                  <a:moveTo>
                    <a:pt x="0" y="0"/>
                  </a:moveTo>
                  <a:lnTo>
                    <a:pt x="19827177" y="0"/>
                  </a:lnTo>
                  <a:lnTo>
                    <a:pt x="19827177" y="704712"/>
                  </a:lnTo>
                  <a:lnTo>
                    <a:pt x="0" y="7047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0"/>
              <a:ext cx="19827178" cy="799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1349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Dashboard components using useEffect for data fetching, useState for local state, and react-query for caching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971290" y="9070791"/>
            <a:ext cx="15298924" cy="528534"/>
            <a:chOff x="0" y="0"/>
            <a:chExt cx="20398566" cy="7047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398566" cy="704712"/>
            </a:xfrm>
            <a:custGeom>
              <a:avLst/>
              <a:gdLst/>
              <a:ahLst/>
              <a:cxnLst/>
              <a:rect r="r" b="b" t="t" l="l"/>
              <a:pathLst>
                <a:path h="704712" w="20398566">
                  <a:moveTo>
                    <a:pt x="0" y="0"/>
                  </a:moveTo>
                  <a:lnTo>
                    <a:pt x="20398566" y="0"/>
                  </a:lnTo>
                  <a:lnTo>
                    <a:pt x="20398566" y="704712"/>
                  </a:lnTo>
                  <a:lnTo>
                    <a:pt x="0" y="7047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0"/>
              <a:ext cx="20398566" cy="799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9"/>
                </a:lnSpc>
              </a:pPr>
              <a:r>
                <a:rPr lang="en-US" sz="1349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Redux with redux-toolkit for global state, useSelector and useDispatch hooks in components, and redux-persist for state hydration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0D0A2C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3096" y="-7137"/>
            <a:ext cx="18284429" cy="10284991"/>
            <a:chOff x="0" y="0"/>
            <a:chExt cx="24379238" cy="13713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0" t="0" r="-1020" b="-20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78503" y="2892654"/>
            <a:ext cx="16313139" cy="5247818"/>
            <a:chOff x="0" y="0"/>
            <a:chExt cx="21750852" cy="69970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50910" cy="6997119"/>
            </a:xfrm>
            <a:custGeom>
              <a:avLst/>
              <a:gdLst/>
              <a:ahLst/>
              <a:cxnLst/>
              <a:rect r="r" b="b" t="t" l="l"/>
              <a:pathLst>
                <a:path h="6997119" w="21750910">
                  <a:moveTo>
                    <a:pt x="9525" y="0"/>
                  </a:moveTo>
                  <a:lnTo>
                    <a:pt x="21741385" y="0"/>
                  </a:lnTo>
                  <a:cubicBezTo>
                    <a:pt x="21746592" y="0"/>
                    <a:pt x="21750910" y="4142"/>
                    <a:pt x="21750910" y="9136"/>
                  </a:cubicBezTo>
                  <a:lnTo>
                    <a:pt x="21750910" y="6987981"/>
                  </a:lnTo>
                  <a:cubicBezTo>
                    <a:pt x="21750910" y="6992975"/>
                    <a:pt x="21746592" y="6997119"/>
                    <a:pt x="21741385" y="6997119"/>
                  </a:cubicBezTo>
                  <a:lnTo>
                    <a:pt x="9525" y="6997119"/>
                  </a:lnTo>
                  <a:cubicBezTo>
                    <a:pt x="4318" y="6997119"/>
                    <a:pt x="0" y="6992975"/>
                    <a:pt x="0" y="6987981"/>
                  </a:cubicBezTo>
                  <a:lnTo>
                    <a:pt x="0" y="9136"/>
                  </a:lnTo>
                  <a:cubicBezTo>
                    <a:pt x="0" y="4142"/>
                    <a:pt x="4318" y="0"/>
                    <a:pt x="9525" y="0"/>
                  </a:cubicBezTo>
                  <a:moveTo>
                    <a:pt x="9525" y="18273"/>
                  </a:moveTo>
                  <a:lnTo>
                    <a:pt x="9525" y="9136"/>
                  </a:lnTo>
                  <a:lnTo>
                    <a:pt x="19050" y="9136"/>
                  </a:lnTo>
                  <a:lnTo>
                    <a:pt x="19050" y="6987981"/>
                  </a:lnTo>
                  <a:lnTo>
                    <a:pt x="9525" y="6987981"/>
                  </a:lnTo>
                  <a:lnTo>
                    <a:pt x="9525" y="6978845"/>
                  </a:lnTo>
                  <a:lnTo>
                    <a:pt x="21741385" y="6978845"/>
                  </a:lnTo>
                  <a:lnTo>
                    <a:pt x="21741385" y="6987981"/>
                  </a:lnTo>
                  <a:lnTo>
                    <a:pt x="21731860" y="6987981"/>
                  </a:lnTo>
                  <a:lnTo>
                    <a:pt x="21731860" y="9136"/>
                  </a:lnTo>
                  <a:lnTo>
                    <a:pt x="21741385" y="9136"/>
                  </a:lnTo>
                  <a:lnTo>
                    <a:pt x="21741385" y="18273"/>
                  </a:lnTo>
                  <a:lnTo>
                    <a:pt x="9525" y="18273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92787" y="2906938"/>
            <a:ext cx="3099782" cy="628527"/>
            <a:chOff x="0" y="0"/>
            <a:chExt cx="4133043" cy="8380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4114038" cy="819023"/>
            </a:xfrm>
            <a:custGeom>
              <a:avLst/>
              <a:gdLst/>
              <a:ahLst/>
              <a:cxnLst/>
              <a:rect r="r" b="b" t="t" l="l"/>
              <a:pathLst>
                <a:path h="819023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819023"/>
                  </a:lnTo>
                  <a:lnTo>
                    <a:pt x="0" y="819023"/>
                  </a:lnTo>
                  <a:close/>
                </a:path>
              </a:pathLst>
            </a:custGeom>
            <a:solidFill>
              <a:srgbClr val="DFE2E6">
                <a:alpha val="3568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33088" cy="838073"/>
            </a:xfrm>
            <a:custGeom>
              <a:avLst/>
              <a:gdLst/>
              <a:ahLst/>
              <a:cxnLst/>
              <a:rect r="r" b="b" t="t" l="l"/>
              <a:pathLst>
                <a:path h="838073" w="4133088">
                  <a:moveTo>
                    <a:pt x="9525" y="0"/>
                  </a:moveTo>
                  <a:lnTo>
                    <a:pt x="4123563" y="0"/>
                  </a:lnTo>
                  <a:cubicBezTo>
                    <a:pt x="4128770" y="0"/>
                    <a:pt x="4133088" y="4318"/>
                    <a:pt x="4133088" y="9525"/>
                  </a:cubicBezTo>
                  <a:lnTo>
                    <a:pt x="4133088" y="828548"/>
                  </a:lnTo>
                  <a:cubicBezTo>
                    <a:pt x="4133088" y="833755"/>
                    <a:pt x="4128770" y="838073"/>
                    <a:pt x="4123563" y="838073"/>
                  </a:cubicBezTo>
                  <a:lnTo>
                    <a:pt x="9525" y="838073"/>
                  </a:lnTo>
                  <a:cubicBezTo>
                    <a:pt x="4318" y="838073"/>
                    <a:pt x="0" y="833755"/>
                    <a:pt x="0" y="828548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28548"/>
                  </a:lnTo>
                  <a:lnTo>
                    <a:pt x="9525" y="828548"/>
                  </a:lnTo>
                  <a:lnTo>
                    <a:pt x="9525" y="819023"/>
                  </a:lnTo>
                  <a:lnTo>
                    <a:pt x="4123563" y="819023"/>
                  </a:lnTo>
                  <a:lnTo>
                    <a:pt x="4123563" y="828548"/>
                  </a:lnTo>
                  <a:lnTo>
                    <a:pt x="4114038" y="828548"/>
                  </a:lnTo>
                  <a:lnTo>
                    <a:pt x="4114038" y="9525"/>
                  </a:lnTo>
                  <a:lnTo>
                    <a:pt x="4123563" y="9525"/>
                  </a:lnTo>
                  <a:lnTo>
                    <a:pt x="4123563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078285" y="2906938"/>
            <a:ext cx="3771163" cy="628527"/>
            <a:chOff x="0" y="0"/>
            <a:chExt cx="5028218" cy="8380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525" y="9525"/>
              <a:ext cx="5009134" cy="819023"/>
            </a:xfrm>
            <a:custGeom>
              <a:avLst/>
              <a:gdLst/>
              <a:ahLst/>
              <a:cxnLst/>
              <a:rect r="r" b="b" t="t" l="l"/>
              <a:pathLst>
                <a:path h="819023" w="5009134">
                  <a:moveTo>
                    <a:pt x="0" y="0"/>
                  </a:moveTo>
                  <a:lnTo>
                    <a:pt x="5009134" y="0"/>
                  </a:lnTo>
                  <a:lnTo>
                    <a:pt x="5009134" y="819023"/>
                  </a:lnTo>
                  <a:lnTo>
                    <a:pt x="0" y="819023"/>
                  </a:lnTo>
                  <a:close/>
                </a:path>
              </a:pathLst>
            </a:custGeom>
            <a:solidFill>
              <a:srgbClr val="DFE2E6">
                <a:alpha val="3568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28184" cy="838073"/>
            </a:xfrm>
            <a:custGeom>
              <a:avLst/>
              <a:gdLst/>
              <a:ahLst/>
              <a:cxnLst/>
              <a:rect r="r" b="b" t="t" l="l"/>
              <a:pathLst>
                <a:path h="838073" w="5028184">
                  <a:moveTo>
                    <a:pt x="9525" y="0"/>
                  </a:moveTo>
                  <a:lnTo>
                    <a:pt x="5018659" y="0"/>
                  </a:lnTo>
                  <a:cubicBezTo>
                    <a:pt x="5023866" y="0"/>
                    <a:pt x="5028184" y="4318"/>
                    <a:pt x="5028184" y="9525"/>
                  </a:cubicBezTo>
                  <a:lnTo>
                    <a:pt x="5028184" y="828548"/>
                  </a:lnTo>
                  <a:cubicBezTo>
                    <a:pt x="5028184" y="833755"/>
                    <a:pt x="5023866" y="838073"/>
                    <a:pt x="5018659" y="838073"/>
                  </a:cubicBezTo>
                  <a:lnTo>
                    <a:pt x="9525" y="838073"/>
                  </a:lnTo>
                  <a:cubicBezTo>
                    <a:pt x="4318" y="838073"/>
                    <a:pt x="0" y="833755"/>
                    <a:pt x="0" y="828548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28548"/>
                  </a:lnTo>
                  <a:lnTo>
                    <a:pt x="9525" y="828548"/>
                  </a:lnTo>
                  <a:lnTo>
                    <a:pt x="9525" y="819023"/>
                  </a:lnTo>
                  <a:lnTo>
                    <a:pt x="5018659" y="819023"/>
                  </a:lnTo>
                  <a:lnTo>
                    <a:pt x="5018659" y="828548"/>
                  </a:lnTo>
                  <a:lnTo>
                    <a:pt x="5009134" y="828548"/>
                  </a:lnTo>
                  <a:lnTo>
                    <a:pt x="5009134" y="9525"/>
                  </a:lnTo>
                  <a:lnTo>
                    <a:pt x="5018659" y="9525"/>
                  </a:lnTo>
                  <a:lnTo>
                    <a:pt x="5018659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849448" y="2906938"/>
            <a:ext cx="9413624" cy="628527"/>
            <a:chOff x="0" y="0"/>
            <a:chExt cx="12551499" cy="8380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9525" y="9525"/>
              <a:ext cx="12532487" cy="819023"/>
            </a:xfrm>
            <a:custGeom>
              <a:avLst/>
              <a:gdLst/>
              <a:ahLst/>
              <a:cxnLst/>
              <a:rect r="r" b="b" t="t" l="l"/>
              <a:pathLst>
                <a:path h="819023" w="12532487">
                  <a:moveTo>
                    <a:pt x="0" y="0"/>
                  </a:moveTo>
                  <a:lnTo>
                    <a:pt x="12532487" y="0"/>
                  </a:lnTo>
                  <a:lnTo>
                    <a:pt x="12532487" y="819023"/>
                  </a:lnTo>
                  <a:lnTo>
                    <a:pt x="0" y="819023"/>
                  </a:lnTo>
                  <a:close/>
                </a:path>
              </a:pathLst>
            </a:custGeom>
            <a:solidFill>
              <a:srgbClr val="DFE2E6">
                <a:alpha val="3568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51537" cy="838073"/>
            </a:xfrm>
            <a:custGeom>
              <a:avLst/>
              <a:gdLst/>
              <a:ahLst/>
              <a:cxnLst/>
              <a:rect r="r" b="b" t="t" l="l"/>
              <a:pathLst>
                <a:path h="838073" w="12551537">
                  <a:moveTo>
                    <a:pt x="9525" y="0"/>
                  </a:moveTo>
                  <a:lnTo>
                    <a:pt x="12542012" y="0"/>
                  </a:lnTo>
                  <a:cubicBezTo>
                    <a:pt x="12547219" y="0"/>
                    <a:pt x="12551537" y="4318"/>
                    <a:pt x="12551537" y="9525"/>
                  </a:cubicBezTo>
                  <a:lnTo>
                    <a:pt x="12551537" y="828548"/>
                  </a:lnTo>
                  <a:cubicBezTo>
                    <a:pt x="12551537" y="833755"/>
                    <a:pt x="12547219" y="838073"/>
                    <a:pt x="12542012" y="838073"/>
                  </a:cubicBezTo>
                  <a:lnTo>
                    <a:pt x="9525" y="838073"/>
                  </a:lnTo>
                  <a:cubicBezTo>
                    <a:pt x="4318" y="838073"/>
                    <a:pt x="0" y="833755"/>
                    <a:pt x="0" y="828548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28548"/>
                  </a:lnTo>
                  <a:lnTo>
                    <a:pt x="9525" y="828548"/>
                  </a:lnTo>
                  <a:lnTo>
                    <a:pt x="9525" y="819023"/>
                  </a:lnTo>
                  <a:lnTo>
                    <a:pt x="12542012" y="819023"/>
                  </a:lnTo>
                  <a:lnTo>
                    <a:pt x="12542012" y="828548"/>
                  </a:lnTo>
                  <a:lnTo>
                    <a:pt x="12532487" y="828548"/>
                  </a:lnTo>
                  <a:lnTo>
                    <a:pt x="12532487" y="9525"/>
                  </a:lnTo>
                  <a:lnTo>
                    <a:pt x="12542012" y="9525"/>
                  </a:lnTo>
                  <a:lnTo>
                    <a:pt x="12542012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92787" y="3535466"/>
            <a:ext cx="3099782" cy="1255242"/>
            <a:chOff x="0" y="0"/>
            <a:chExt cx="4133043" cy="16736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33088" cy="1673677"/>
            </a:xfrm>
            <a:custGeom>
              <a:avLst/>
              <a:gdLst/>
              <a:ahLst/>
              <a:cxnLst/>
              <a:rect r="r" b="b" t="t" l="l"/>
              <a:pathLst>
                <a:path h="1673677" w="4133088">
                  <a:moveTo>
                    <a:pt x="9525" y="0"/>
                  </a:moveTo>
                  <a:lnTo>
                    <a:pt x="4123563" y="0"/>
                  </a:lnTo>
                  <a:cubicBezTo>
                    <a:pt x="4128770" y="0"/>
                    <a:pt x="4133088" y="5128"/>
                    <a:pt x="4133088" y="11311"/>
                  </a:cubicBezTo>
                  <a:lnTo>
                    <a:pt x="4133088" y="1662370"/>
                  </a:lnTo>
                  <a:cubicBezTo>
                    <a:pt x="4133088" y="1668554"/>
                    <a:pt x="4128770" y="1673677"/>
                    <a:pt x="4123563" y="1673677"/>
                  </a:cubicBezTo>
                  <a:lnTo>
                    <a:pt x="9525" y="1673677"/>
                  </a:lnTo>
                  <a:cubicBezTo>
                    <a:pt x="4318" y="1673677"/>
                    <a:pt x="0" y="1668554"/>
                    <a:pt x="0" y="1662370"/>
                  </a:cubicBezTo>
                  <a:lnTo>
                    <a:pt x="0" y="11311"/>
                  </a:lnTo>
                  <a:cubicBezTo>
                    <a:pt x="0" y="5128"/>
                    <a:pt x="4318" y="0"/>
                    <a:pt x="9525" y="0"/>
                  </a:cubicBezTo>
                  <a:moveTo>
                    <a:pt x="9525" y="22621"/>
                  </a:moveTo>
                  <a:lnTo>
                    <a:pt x="9525" y="11311"/>
                  </a:lnTo>
                  <a:lnTo>
                    <a:pt x="19050" y="11311"/>
                  </a:lnTo>
                  <a:lnTo>
                    <a:pt x="19050" y="1662370"/>
                  </a:lnTo>
                  <a:lnTo>
                    <a:pt x="9525" y="1662370"/>
                  </a:lnTo>
                  <a:lnTo>
                    <a:pt x="9525" y="1651060"/>
                  </a:lnTo>
                  <a:lnTo>
                    <a:pt x="4123563" y="1651060"/>
                  </a:lnTo>
                  <a:lnTo>
                    <a:pt x="4123563" y="1662370"/>
                  </a:lnTo>
                  <a:lnTo>
                    <a:pt x="4114038" y="1662370"/>
                  </a:lnTo>
                  <a:lnTo>
                    <a:pt x="4114038" y="11311"/>
                  </a:lnTo>
                  <a:lnTo>
                    <a:pt x="4123563" y="11311"/>
                  </a:lnTo>
                  <a:lnTo>
                    <a:pt x="4123563" y="22621"/>
                  </a:lnTo>
                  <a:lnTo>
                    <a:pt x="9525" y="22621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078285" y="3535466"/>
            <a:ext cx="3771163" cy="1255242"/>
            <a:chOff x="0" y="0"/>
            <a:chExt cx="5028218" cy="16736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28184" cy="1673677"/>
            </a:xfrm>
            <a:custGeom>
              <a:avLst/>
              <a:gdLst/>
              <a:ahLst/>
              <a:cxnLst/>
              <a:rect r="r" b="b" t="t" l="l"/>
              <a:pathLst>
                <a:path h="1673677" w="5028184">
                  <a:moveTo>
                    <a:pt x="9525" y="0"/>
                  </a:moveTo>
                  <a:lnTo>
                    <a:pt x="5018659" y="0"/>
                  </a:lnTo>
                  <a:cubicBezTo>
                    <a:pt x="5023866" y="0"/>
                    <a:pt x="5028184" y="5128"/>
                    <a:pt x="5028184" y="11311"/>
                  </a:cubicBezTo>
                  <a:lnTo>
                    <a:pt x="5028184" y="1662370"/>
                  </a:lnTo>
                  <a:cubicBezTo>
                    <a:pt x="5028184" y="1668554"/>
                    <a:pt x="5023866" y="1673677"/>
                    <a:pt x="5018659" y="1673677"/>
                  </a:cubicBezTo>
                  <a:lnTo>
                    <a:pt x="9525" y="1673677"/>
                  </a:lnTo>
                  <a:cubicBezTo>
                    <a:pt x="4318" y="1673677"/>
                    <a:pt x="0" y="1668554"/>
                    <a:pt x="0" y="1662370"/>
                  </a:cubicBezTo>
                  <a:lnTo>
                    <a:pt x="0" y="11311"/>
                  </a:lnTo>
                  <a:cubicBezTo>
                    <a:pt x="0" y="5128"/>
                    <a:pt x="4318" y="0"/>
                    <a:pt x="9525" y="0"/>
                  </a:cubicBezTo>
                  <a:moveTo>
                    <a:pt x="9525" y="22621"/>
                  </a:moveTo>
                  <a:lnTo>
                    <a:pt x="9525" y="11311"/>
                  </a:lnTo>
                  <a:lnTo>
                    <a:pt x="19050" y="11311"/>
                  </a:lnTo>
                  <a:lnTo>
                    <a:pt x="19050" y="1662370"/>
                  </a:lnTo>
                  <a:lnTo>
                    <a:pt x="9525" y="1662370"/>
                  </a:lnTo>
                  <a:lnTo>
                    <a:pt x="9525" y="1651060"/>
                  </a:lnTo>
                  <a:lnTo>
                    <a:pt x="5018659" y="1651060"/>
                  </a:lnTo>
                  <a:lnTo>
                    <a:pt x="5018659" y="1662370"/>
                  </a:lnTo>
                  <a:lnTo>
                    <a:pt x="5009134" y="1662370"/>
                  </a:lnTo>
                  <a:lnTo>
                    <a:pt x="5009134" y="11311"/>
                  </a:lnTo>
                  <a:lnTo>
                    <a:pt x="5018659" y="11311"/>
                  </a:lnTo>
                  <a:lnTo>
                    <a:pt x="5018659" y="22621"/>
                  </a:lnTo>
                  <a:lnTo>
                    <a:pt x="9525" y="22621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849448" y="3535466"/>
            <a:ext cx="9413624" cy="1255242"/>
            <a:chOff x="0" y="0"/>
            <a:chExt cx="12551499" cy="1673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551537" cy="1673677"/>
            </a:xfrm>
            <a:custGeom>
              <a:avLst/>
              <a:gdLst/>
              <a:ahLst/>
              <a:cxnLst/>
              <a:rect r="r" b="b" t="t" l="l"/>
              <a:pathLst>
                <a:path h="1673677" w="12551537">
                  <a:moveTo>
                    <a:pt x="9525" y="0"/>
                  </a:moveTo>
                  <a:lnTo>
                    <a:pt x="12542012" y="0"/>
                  </a:lnTo>
                  <a:cubicBezTo>
                    <a:pt x="12547219" y="0"/>
                    <a:pt x="12551537" y="5128"/>
                    <a:pt x="12551537" y="11311"/>
                  </a:cubicBezTo>
                  <a:lnTo>
                    <a:pt x="12551537" y="1662370"/>
                  </a:lnTo>
                  <a:cubicBezTo>
                    <a:pt x="12551537" y="1668554"/>
                    <a:pt x="12547219" y="1673677"/>
                    <a:pt x="12542012" y="1673677"/>
                  </a:cubicBezTo>
                  <a:lnTo>
                    <a:pt x="9525" y="1673677"/>
                  </a:lnTo>
                  <a:cubicBezTo>
                    <a:pt x="4318" y="1673677"/>
                    <a:pt x="0" y="1668554"/>
                    <a:pt x="0" y="1662370"/>
                  </a:cubicBezTo>
                  <a:lnTo>
                    <a:pt x="0" y="11311"/>
                  </a:lnTo>
                  <a:cubicBezTo>
                    <a:pt x="0" y="5128"/>
                    <a:pt x="4318" y="0"/>
                    <a:pt x="9525" y="0"/>
                  </a:cubicBezTo>
                  <a:moveTo>
                    <a:pt x="9525" y="22621"/>
                  </a:moveTo>
                  <a:lnTo>
                    <a:pt x="9525" y="11311"/>
                  </a:lnTo>
                  <a:lnTo>
                    <a:pt x="19050" y="11311"/>
                  </a:lnTo>
                  <a:lnTo>
                    <a:pt x="19050" y="1662370"/>
                  </a:lnTo>
                  <a:lnTo>
                    <a:pt x="9525" y="1662370"/>
                  </a:lnTo>
                  <a:lnTo>
                    <a:pt x="9525" y="1651060"/>
                  </a:lnTo>
                  <a:lnTo>
                    <a:pt x="12542012" y="1651060"/>
                  </a:lnTo>
                  <a:lnTo>
                    <a:pt x="12542012" y="1662370"/>
                  </a:lnTo>
                  <a:lnTo>
                    <a:pt x="12532487" y="1662370"/>
                  </a:lnTo>
                  <a:lnTo>
                    <a:pt x="12532487" y="11311"/>
                  </a:lnTo>
                  <a:lnTo>
                    <a:pt x="12542012" y="11311"/>
                  </a:lnTo>
                  <a:lnTo>
                    <a:pt x="12542012" y="22621"/>
                  </a:lnTo>
                  <a:lnTo>
                    <a:pt x="9525" y="22621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92787" y="4790708"/>
            <a:ext cx="3099782" cy="1126840"/>
            <a:chOff x="0" y="0"/>
            <a:chExt cx="4133043" cy="15024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33088" cy="1502475"/>
            </a:xfrm>
            <a:custGeom>
              <a:avLst/>
              <a:gdLst/>
              <a:ahLst/>
              <a:cxnLst/>
              <a:rect r="r" b="b" t="t" l="l"/>
              <a:pathLst>
                <a:path h="1502475" w="4133088">
                  <a:moveTo>
                    <a:pt x="9525" y="0"/>
                  </a:moveTo>
                  <a:lnTo>
                    <a:pt x="4123563" y="0"/>
                  </a:lnTo>
                  <a:cubicBezTo>
                    <a:pt x="4128770" y="0"/>
                    <a:pt x="4133088" y="4603"/>
                    <a:pt x="4133088" y="10154"/>
                  </a:cubicBezTo>
                  <a:lnTo>
                    <a:pt x="4133088" y="1492322"/>
                  </a:lnTo>
                  <a:cubicBezTo>
                    <a:pt x="4133088" y="1497873"/>
                    <a:pt x="4128770" y="1502475"/>
                    <a:pt x="4123563" y="1502475"/>
                  </a:cubicBezTo>
                  <a:lnTo>
                    <a:pt x="9525" y="1502475"/>
                  </a:lnTo>
                  <a:cubicBezTo>
                    <a:pt x="4318" y="1502475"/>
                    <a:pt x="0" y="1497873"/>
                    <a:pt x="0" y="1492322"/>
                  </a:cubicBezTo>
                  <a:lnTo>
                    <a:pt x="0" y="10154"/>
                  </a:lnTo>
                  <a:cubicBezTo>
                    <a:pt x="0" y="4603"/>
                    <a:pt x="4318" y="0"/>
                    <a:pt x="9525" y="0"/>
                  </a:cubicBezTo>
                  <a:moveTo>
                    <a:pt x="9525" y="20307"/>
                  </a:moveTo>
                  <a:lnTo>
                    <a:pt x="9525" y="10154"/>
                  </a:lnTo>
                  <a:lnTo>
                    <a:pt x="19050" y="10154"/>
                  </a:lnTo>
                  <a:lnTo>
                    <a:pt x="19050" y="1492322"/>
                  </a:lnTo>
                  <a:lnTo>
                    <a:pt x="9525" y="1492322"/>
                  </a:lnTo>
                  <a:lnTo>
                    <a:pt x="9525" y="1482169"/>
                  </a:lnTo>
                  <a:lnTo>
                    <a:pt x="4123563" y="1482169"/>
                  </a:lnTo>
                  <a:lnTo>
                    <a:pt x="4123563" y="1492322"/>
                  </a:lnTo>
                  <a:lnTo>
                    <a:pt x="4114038" y="1492322"/>
                  </a:lnTo>
                  <a:lnTo>
                    <a:pt x="4114038" y="10154"/>
                  </a:lnTo>
                  <a:lnTo>
                    <a:pt x="4123563" y="10154"/>
                  </a:lnTo>
                  <a:lnTo>
                    <a:pt x="4123563" y="20307"/>
                  </a:lnTo>
                  <a:lnTo>
                    <a:pt x="9525" y="20307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078285" y="4790708"/>
            <a:ext cx="3771163" cy="1147031"/>
            <a:chOff x="0" y="0"/>
            <a:chExt cx="5028218" cy="15293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28184" cy="1529396"/>
            </a:xfrm>
            <a:custGeom>
              <a:avLst/>
              <a:gdLst/>
              <a:ahLst/>
              <a:cxnLst/>
              <a:rect r="r" b="b" t="t" l="l"/>
              <a:pathLst>
                <a:path h="1529396" w="5028184">
                  <a:moveTo>
                    <a:pt x="9525" y="0"/>
                  </a:moveTo>
                  <a:lnTo>
                    <a:pt x="5018659" y="0"/>
                  </a:lnTo>
                  <a:cubicBezTo>
                    <a:pt x="5023866" y="0"/>
                    <a:pt x="5028184" y="4685"/>
                    <a:pt x="5028184" y="10336"/>
                  </a:cubicBezTo>
                  <a:lnTo>
                    <a:pt x="5028184" y="1519062"/>
                  </a:lnTo>
                  <a:cubicBezTo>
                    <a:pt x="5028184" y="1524712"/>
                    <a:pt x="5023866" y="1529396"/>
                    <a:pt x="5018659" y="1529396"/>
                  </a:cubicBezTo>
                  <a:lnTo>
                    <a:pt x="9525" y="1529396"/>
                  </a:lnTo>
                  <a:cubicBezTo>
                    <a:pt x="4318" y="1529396"/>
                    <a:pt x="0" y="1524712"/>
                    <a:pt x="0" y="1519062"/>
                  </a:cubicBezTo>
                  <a:lnTo>
                    <a:pt x="0" y="10336"/>
                  </a:lnTo>
                  <a:cubicBezTo>
                    <a:pt x="0" y="4685"/>
                    <a:pt x="4318" y="0"/>
                    <a:pt x="9525" y="0"/>
                  </a:cubicBezTo>
                  <a:moveTo>
                    <a:pt x="9525" y="20671"/>
                  </a:moveTo>
                  <a:lnTo>
                    <a:pt x="9525" y="10336"/>
                  </a:lnTo>
                  <a:lnTo>
                    <a:pt x="19050" y="10336"/>
                  </a:lnTo>
                  <a:lnTo>
                    <a:pt x="19050" y="1519062"/>
                  </a:lnTo>
                  <a:lnTo>
                    <a:pt x="9525" y="1519062"/>
                  </a:lnTo>
                  <a:lnTo>
                    <a:pt x="9525" y="1508726"/>
                  </a:lnTo>
                  <a:lnTo>
                    <a:pt x="5018659" y="1508726"/>
                  </a:lnTo>
                  <a:lnTo>
                    <a:pt x="5018659" y="1519062"/>
                  </a:lnTo>
                  <a:lnTo>
                    <a:pt x="5009134" y="1519062"/>
                  </a:lnTo>
                  <a:lnTo>
                    <a:pt x="5009134" y="10336"/>
                  </a:lnTo>
                  <a:lnTo>
                    <a:pt x="5018659" y="10336"/>
                  </a:lnTo>
                  <a:lnTo>
                    <a:pt x="5018659" y="20671"/>
                  </a:lnTo>
                  <a:lnTo>
                    <a:pt x="9525" y="20671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849448" y="4790708"/>
            <a:ext cx="9413624" cy="1126840"/>
            <a:chOff x="0" y="0"/>
            <a:chExt cx="12551499" cy="150245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51537" cy="1502475"/>
            </a:xfrm>
            <a:custGeom>
              <a:avLst/>
              <a:gdLst/>
              <a:ahLst/>
              <a:cxnLst/>
              <a:rect r="r" b="b" t="t" l="l"/>
              <a:pathLst>
                <a:path h="1502475" w="12551537">
                  <a:moveTo>
                    <a:pt x="9525" y="0"/>
                  </a:moveTo>
                  <a:lnTo>
                    <a:pt x="12542012" y="0"/>
                  </a:lnTo>
                  <a:cubicBezTo>
                    <a:pt x="12547219" y="0"/>
                    <a:pt x="12551537" y="4603"/>
                    <a:pt x="12551537" y="10154"/>
                  </a:cubicBezTo>
                  <a:lnTo>
                    <a:pt x="12551537" y="1492322"/>
                  </a:lnTo>
                  <a:cubicBezTo>
                    <a:pt x="12551537" y="1497873"/>
                    <a:pt x="12547219" y="1502475"/>
                    <a:pt x="12542012" y="1502475"/>
                  </a:cubicBezTo>
                  <a:lnTo>
                    <a:pt x="9525" y="1502475"/>
                  </a:lnTo>
                  <a:cubicBezTo>
                    <a:pt x="4318" y="1502475"/>
                    <a:pt x="0" y="1497873"/>
                    <a:pt x="0" y="1492322"/>
                  </a:cubicBezTo>
                  <a:lnTo>
                    <a:pt x="0" y="10154"/>
                  </a:lnTo>
                  <a:cubicBezTo>
                    <a:pt x="0" y="4603"/>
                    <a:pt x="4318" y="0"/>
                    <a:pt x="9525" y="0"/>
                  </a:cubicBezTo>
                  <a:moveTo>
                    <a:pt x="9525" y="20307"/>
                  </a:moveTo>
                  <a:lnTo>
                    <a:pt x="9525" y="10154"/>
                  </a:lnTo>
                  <a:lnTo>
                    <a:pt x="19050" y="10154"/>
                  </a:lnTo>
                  <a:lnTo>
                    <a:pt x="19050" y="1492322"/>
                  </a:lnTo>
                  <a:lnTo>
                    <a:pt x="9525" y="1492322"/>
                  </a:lnTo>
                  <a:lnTo>
                    <a:pt x="9525" y="1482169"/>
                  </a:lnTo>
                  <a:lnTo>
                    <a:pt x="12542012" y="1482169"/>
                  </a:lnTo>
                  <a:lnTo>
                    <a:pt x="12542012" y="1492322"/>
                  </a:lnTo>
                  <a:lnTo>
                    <a:pt x="12532487" y="1492322"/>
                  </a:lnTo>
                  <a:lnTo>
                    <a:pt x="12532487" y="10154"/>
                  </a:lnTo>
                  <a:lnTo>
                    <a:pt x="12542012" y="10154"/>
                  </a:lnTo>
                  <a:lnTo>
                    <a:pt x="12542012" y="20307"/>
                  </a:lnTo>
                  <a:lnTo>
                    <a:pt x="9525" y="20307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92787" y="5935297"/>
            <a:ext cx="3099782" cy="1057069"/>
            <a:chOff x="0" y="0"/>
            <a:chExt cx="4133043" cy="140942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33088" cy="1409446"/>
            </a:xfrm>
            <a:custGeom>
              <a:avLst/>
              <a:gdLst/>
              <a:ahLst/>
              <a:cxnLst/>
              <a:rect r="r" b="b" t="t" l="l"/>
              <a:pathLst>
                <a:path h="1409446" w="4133088">
                  <a:moveTo>
                    <a:pt x="9525" y="0"/>
                  </a:moveTo>
                  <a:lnTo>
                    <a:pt x="4123563" y="0"/>
                  </a:lnTo>
                  <a:cubicBezTo>
                    <a:pt x="4128770" y="0"/>
                    <a:pt x="4133088" y="4318"/>
                    <a:pt x="4133088" y="9525"/>
                  </a:cubicBezTo>
                  <a:lnTo>
                    <a:pt x="4133088" y="1399921"/>
                  </a:lnTo>
                  <a:cubicBezTo>
                    <a:pt x="4133088" y="1405128"/>
                    <a:pt x="4128770" y="1409446"/>
                    <a:pt x="4123563" y="1409446"/>
                  </a:cubicBezTo>
                  <a:lnTo>
                    <a:pt x="9525" y="1409446"/>
                  </a:lnTo>
                  <a:cubicBezTo>
                    <a:pt x="4318" y="1409446"/>
                    <a:pt x="0" y="1405128"/>
                    <a:pt x="0" y="1399921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399921"/>
                  </a:lnTo>
                  <a:lnTo>
                    <a:pt x="9525" y="1399921"/>
                  </a:lnTo>
                  <a:lnTo>
                    <a:pt x="9525" y="1390396"/>
                  </a:lnTo>
                  <a:lnTo>
                    <a:pt x="4123563" y="1390396"/>
                  </a:lnTo>
                  <a:lnTo>
                    <a:pt x="4123563" y="1399921"/>
                  </a:lnTo>
                  <a:lnTo>
                    <a:pt x="4114038" y="1399921"/>
                  </a:lnTo>
                  <a:lnTo>
                    <a:pt x="4114038" y="9525"/>
                  </a:lnTo>
                  <a:lnTo>
                    <a:pt x="4123563" y="9525"/>
                  </a:lnTo>
                  <a:lnTo>
                    <a:pt x="4123563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4078285" y="5917548"/>
            <a:ext cx="3771163" cy="1093929"/>
            <a:chOff x="0" y="0"/>
            <a:chExt cx="5028218" cy="14585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28184" cy="1458594"/>
            </a:xfrm>
            <a:custGeom>
              <a:avLst/>
              <a:gdLst/>
              <a:ahLst/>
              <a:cxnLst/>
              <a:rect r="r" b="b" t="t" l="l"/>
              <a:pathLst>
                <a:path h="1458594" w="5028184">
                  <a:moveTo>
                    <a:pt x="9525" y="0"/>
                  </a:moveTo>
                  <a:lnTo>
                    <a:pt x="5018659" y="0"/>
                  </a:lnTo>
                  <a:cubicBezTo>
                    <a:pt x="5023866" y="0"/>
                    <a:pt x="5028184" y="4469"/>
                    <a:pt x="5028184" y="9857"/>
                  </a:cubicBezTo>
                  <a:lnTo>
                    <a:pt x="5028184" y="1448737"/>
                  </a:lnTo>
                  <a:cubicBezTo>
                    <a:pt x="5028184" y="1454126"/>
                    <a:pt x="5023866" y="1458594"/>
                    <a:pt x="5018659" y="1458594"/>
                  </a:cubicBezTo>
                  <a:lnTo>
                    <a:pt x="9525" y="1458594"/>
                  </a:lnTo>
                  <a:cubicBezTo>
                    <a:pt x="4318" y="1458594"/>
                    <a:pt x="0" y="1454126"/>
                    <a:pt x="0" y="1448737"/>
                  </a:cubicBezTo>
                  <a:lnTo>
                    <a:pt x="0" y="9857"/>
                  </a:lnTo>
                  <a:cubicBezTo>
                    <a:pt x="0" y="4469"/>
                    <a:pt x="4318" y="0"/>
                    <a:pt x="9525" y="0"/>
                  </a:cubicBezTo>
                  <a:moveTo>
                    <a:pt x="9525" y="19714"/>
                  </a:moveTo>
                  <a:lnTo>
                    <a:pt x="9525" y="9857"/>
                  </a:lnTo>
                  <a:lnTo>
                    <a:pt x="19050" y="9857"/>
                  </a:lnTo>
                  <a:lnTo>
                    <a:pt x="19050" y="1448737"/>
                  </a:lnTo>
                  <a:lnTo>
                    <a:pt x="9525" y="1448737"/>
                  </a:lnTo>
                  <a:lnTo>
                    <a:pt x="9525" y="1438880"/>
                  </a:lnTo>
                  <a:lnTo>
                    <a:pt x="5018659" y="1438880"/>
                  </a:lnTo>
                  <a:lnTo>
                    <a:pt x="5018659" y="1448737"/>
                  </a:lnTo>
                  <a:lnTo>
                    <a:pt x="5009134" y="1448737"/>
                  </a:lnTo>
                  <a:lnTo>
                    <a:pt x="5009134" y="9857"/>
                  </a:lnTo>
                  <a:lnTo>
                    <a:pt x="5018659" y="9857"/>
                  </a:lnTo>
                  <a:lnTo>
                    <a:pt x="5018659" y="19714"/>
                  </a:lnTo>
                  <a:lnTo>
                    <a:pt x="9525" y="19714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878018" y="5937738"/>
            <a:ext cx="9413624" cy="1057069"/>
            <a:chOff x="0" y="0"/>
            <a:chExt cx="12551499" cy="14094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551537" cy="1409446"/>
            </a:xfrm>
            <a:custGeom>
              <a:avLst/>
              <a:gdLst/>
              <a:ahLst/>
              <a:cxnLst/>
              <a:rect r="r" b="b" t="t" l="l"/>
              <a:pathLst>
                <a:path h="1409446" w="12551537">
                  <a:moveTo>
                    <a:pt x="9525" y="0"/>
                  </a:moveTo>
                  <a:lnTo>
                    <a:pt x="12542012" y="0"/>
                  </a:lnTo>
                  <a:cubicBezTo>
                    <a:pt x="12547219" y="0"/>
                    <a:pt x="12551537" y="4318"/>
                    <a:pt x="12551537" y="9525"/>
                  </a:cubicBezTo>
                  <a:lnTo>
                    <a:pt x="12551537" y="1399921"/>
                  </a:lnTo>
                  <a:cubicBezTo>
                    <a:pt x="12551537" y="1405128"/>
                    <a:pt x="12547219" y="1409446"/>
                    <a:pt x="12542012" y="1409446"/>
                  </a:cubicBezTo>
                  <a:lnTo>
                    <a:pt x="9525" y="1409446"/>
                  </a:lnTo>
                  <a:cubicBezTo>
                    <a:pt x="4318" y="1409446"/>
                    <a:pt x="0" y="1405128"/>
                    <a:pt x="0" y="1399921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399921"/>
                  </a:lnTo>
                  <a:lnTo>
                    <a:pt x="9525" y="1399921"/>
                  </a:lnTo>
                  <a:lnTo>
                    <a:pt x="9525" y="1390396"/>
                  </a:lnTo>
                  <a:lnTo>
                    <a:pt x="12542012" y="1390396"/>
                  </a:lnTo>
                  <a:lnTo>
                    <a:pt x="12542012" y="1399921"/>
                  </a:lnTo>
                  <a:lnTo>
                    <a:pt x="12532487" y="1399921"/>
                  </a:lnTo>
                  <a:lnTo>
                    <a:pt x="12532487" y="9525"/>
                  </a:lnTo>
                  <a:lnTo>
                    <a:pt x="12542012" y="9525"/>
                  </a:lnTo>
                  <a:lnTo>
                    <a:pt x="12542012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92787" y="7011477"/>
            <a:ext cx="3099782" cy="1128995"/>
            <a:chOff x="0" y="0"/>
            <a:chExt cx="4133043" cy="15053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33088" cy="1505364"/>
            </a:xfrm>
            <a:custGeom>
              <a:avLst/>
              <a:gdLst/>
              <a:ahLst/>
              <a:cxnLst/>
              <a:rect r="r" b="b" t="t" l="l"/>
              <a:pathLst>
                <a:path h="1505364" w="4133088">
                  <a:moveTo>
                    <a:pt x="9525" y="0"/>
                  </a:moveTo>
                  <a:lnTo>
                    <a:pt x="4123563" y="0"/>
                  </a:lnTo>
                  <a:cubicBezTo>
                    <a:pt x="4128770" y="0"/>
                    <a:pt x="4133088" y="7756"/>
                    <a:pt x="4133088" y="17109"/>
                  </a:cubicBezTo>
                  <a:lnTo>
                    <a:pt x="4133088" y="1488283"/>
                  </a:lnTo>
                  <a:cubicBezTo>
                    <a:pt x="4133088" y="1497637"/>
                    <a:pt x="4128770" y="1505364"/>
                    <a:pt x="4123563" y="1505364"/>
                  </a:cubicBezTo>
                  <a:lnTo>
                    <a:pt x="9525" y="1505364"/>
                  </a:lnTo>
                  <a:cubicBezTo>
                    <a:pt x="4318" y="1505364"/>
                    <a:pt x="0" y="1497637"/>
                    <a:pt x="0" y="1488283"/>
                  </a:cubicBezTo>
                  <a:lnTo>
                    <a:pt x="0" y="17109"/>
                  </a:lnTo>
                  <a:cubicBezTo>
                    <a:pt x="0" y="7756"/>
                    <a:pt x="4318" y="0"/>
                    <a:pt x="9525" y="0"/>
                  </a:cubicBezTo>
                  <a:moveTo>
                    <a:pt x="9525" y="34219"/>
                  </a:moveTo>
                  <a:lnTo>
                    <a:pt x="9525" y="17109"/>
                  </a:lnTo>
                  <a:lnTo>
                    <a:pt x="19050" y="17109"/>
                  </a:lnTo>
                  <a:lnTo>
                    <a:pt x="19050" y="1488283"/>
                  </a:lnTo>
                  <a:lnTo>
                    <a:pt x="9525" y="1488283"/>
                  </a:lnTo>
                  <a:lnTo>
                    <a:pt x="9525" y="1471174"/>
                  </a:lnTo>
                  <a:lnTo>
                    <a:pt x="4123563" y="1471174"/>
                  </a:lnTo>
                  <a:lnTo>
                    <a:pt x="4123563" y="1488283"/>
                  </a:lnTo>
                  <a:lnTo>
                    <a:pt x="4114038" y="1488283"/>
                  </a:lnTo>
                  <a:lnTo>
                    <a:pt x="4114038" y="17109"/>
                  </a:lnTo>
                  <a:lnTo>
                    <a:pt x="4123563" y="17109"/>
                  </a:lnTo>
                  <a:lnTo>
                    <a:pt x="4123563" y="34219"/>
                  </a:lnTo>
                  <a:lnTo>
                    <a:pt x="9525" y="34219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4078285" y="7023362"/>
            <a:ext cx="3771163" cy="1117110"/>
            <a:chOff x="0" y="0"/>
            <a:chExt cx="5028218" cy="1489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028184" cy="1489516"/>
            </a:xfrm>
            <a:custGeom>
              <a:avLst/>
              <a:gdLst/>
              <a:ahLst/>
              <a:cxnLst/>
              <a:rect r="r" b="b" t="t" l="l"/>
              <a:pathLst>
                <a:path h="1489516" w="5028184">
                  <a:moveTo>
                    <a:pt x="9525" y="0"/>
                  </a:moveTo>
                  <a:lnTo>
                    <a:pt x="5018659" y="0"/>
                  </a:lnTo>
                  <a:cubicBezTo>
                    <a:pt x="5023866" y="0"/>
                    <a:pt x="5028184" y="7675"/>
                    <a:pt x="5028184" y="16929"/>
                  </a:cubicBezTo>
                  <a:lnTo>
                    <a:pt x="5028184" y="1472616"/>
                  </a:lnTo>
                  <a:cubicBezTo>
                    <a:pt x="5028184" y="1481870"/>
                    <a:pt x="5023866" y="1489516"/>
                    <a:pt x="5018659" y="1489516"/>
                  </a:cubicBezTo>
                  <a:lnTo>
                    <a:pt x="9525" y="1489516"/>
                  </a:lnTo>
                  <a:cubicBezTo>
                    <a:pt x="4318" y="1489516"/>
                    <a:pt x="0" y="1481870"/>
                    <a:pt x="0" y="1472616"/>
                  </a:cubicBezTo>
                  <a:lnTo>
                    <a:pt x="0" y="16929"/>
                  </a:lnTo>
                  <a:cubicBezTo>
                    <a:pt x="0" y="7675"/>
                    <a:pt x="4318" y="0"/>
                    <a:pt x="9525" y="0"/>
                  </a:cubicBezTo>
                  <a:moveTo>
                    <a:pt x="9525" y="33858"/>
                  </a:moveTo>
                  <a:lnTo>
                    <a:pt x="9525" y="16929"/>
                  </a:lnTo>
                  <a:lnTo>
                    <a:pt x="19050" y="16929"/>
                  </a:lnTo>
                  <a:lnTo>
                    <a:pt x="19050" y="1472616"/>
                  </a:lnTo>
                  <a:lnTo>
                    <a:pt x="9525" y="1472616"/>
                  </a:lnTo>
                  <a:lnTo>
                    <a:pt x="9525" y="1455687"/>
                  </a:lnTo>
                  <a:lnTo>
                    <a:pt x="5018659" y="1455687"/>
                  </a:lnTo>
                  <a:lnTo>
                    <a:pt x="5018659" y="1472616"/>
                  </a:lnTo>
                  <a:lnTo>
                    <a:pt x="5009134" y="1472616"/>
                  </a:lnTo>
                  <a:lnTo>
                    <a:pt x="5009134" y="16929"/>
                  </a:lnTo>
                  <a:lnTo>
                    <a:pt x="5018659" y="16929"/>
                  </a:lnTo>
                  <a:lnTo>
                    <a:pt x="5018659" y="33858"/>
                  </a:lnTo>
                  <a:lnTo>
                    <a:pt x="9525" y="33858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849448" y="7023362"/>
            <a:ext cx="9413624" cy="1117110"/>
            <a:chOff x="0" y="0"/>
            <a:chExt cx="12551499" cy="14894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551537" cy="1489516"/>
            </a:xfrm>
            <a:custGeom>
              <a:avLst/>
              <a:gdLst/>
              <a:ahLst/>
              <a:cxnLst/>
              <a:rect r="r" b="b" t="t" l="l"/>
              <a:pathLst>
                <a:path h="1489516" w="12551537">
                  <a:moveTo>
                    <a:pt x="9525" y="0"/>
                  </a:moveTo>
                  <a:lnTo>
                    <a:pt x="12542012" y="0"/>
                  </a:lnTo>
                  <a:cubicBezTo>
                    <a:pt x="12547219" y="0"/>
                    <a:pt x="12551537" y="7675"/>
                    <a:pt x="12551537" y="16929"/>
                  </a:cubicBezTo>
                  <a:lnTo>
                    <a:pt x="12551537" y="1472616"/>
                  </a:lnTo>
                  <a:cubicBezTo>
                    <a:pt x="12551537" y="1481870"/>
                    <a:pt x="12547219" y="1489516"/>
                    <a:pt x="12542012" y="1489516"/>
                  </a:cubicBezTo>
                  <a:lnTo>
                    <a:pt x="9525" y="1489516"/>
                  </a:lnTo>
                  <a:cubicBezTo>
                    <a:pt x="4318" y="1489516"/>
                    <a:pt x="0" y="1481870"/>
                    <a:pt x="0" y="1472616"/>
                  </a:cubicBezTo>
                  <a:lnTo>
                    <a:pt x="0" y="16929"/>
                  </a:lnTo>
                  <a:cubicBezTo>
                    <a:pt x="0" y="7675"/>
                    <a:pt x="4318" y="0"/>
                    <a:pt x="9525" y="0"/>
                  </a:cubicBezTo>
                  <a:moveTo>
                    <a:pt x="9525" y="33858"/>
                  </a:moveTo>
                  <a:lnTo>
                    <a:pt x="9525" y="16929"/>
                  </a:lnTo>
                  <a:lnTo>
                    <a:pt x="19050" y="16929"/>
                  </a:lnTo>
                  <a:lnTo>
                    <a:pt x="19050" y="1472616"/>
                  </a:lnTo>
                  <a:lnTo>
                    <a:pt x="9525" y="1472616"/>
                  </a:lnTo>
                  <a:lnTo>
                    <a:pt x="9525" y="1455687"/>
                  </a:lnTo>
                  <a:lnTo>
                    <a:pt x="12542012" y="1455687"/>
                  </a:lnTo>
                  <a:lnTo>
                    <a:pt x="12542012" y="1472616"/>
                  </a:lnTo>
                  <a:lnTo>
                    <a:pt x="12532487" y="1472616"/>
                  </a:lnTo>
                  <a:lnTo>
                    <a:pt x="12532487" y="16929"/>
                  </a:lnTo>
                  <a:lnTo>
                    <a:pt x="12542012" y="16929"/>
                  </a:lnTo>
                  <a:lnTo>
                    <a:pt x="12542012" y="33858"/>
                  </a:lnTo>
                  <a:lnTo>
                    <a:pt x="9525" y="33858"/>
                  </a:lnTo>
                  <a:close/>
                </a:path>
              </a:pathLst>
            </a:custGeom>
            <a:solidFill>
              <a:srgbClr val="DCE3E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85645" y="1899866"/>
            <a:ext cx="16298854" cy="671381"/>
            <a:chOff x="0" y="0"/>
            <a:chExt cx="21731806" cy="8951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731805" cy="895175"/>
            </a:xfrm>
            <a:custGeom>
              <a:avLst/>
              <a:gdLst/>
              <a:ahLst/>
              <a:cxnLst/>
              <a:rect r="r" b="b" t="t" l="l"/>
              <a:pathLst>
                <a:path h="895175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895175"/>
                  </a:lnTo>
                  <a:lnTo>
                    <a:pt x="0" y="8951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42875"/>
              <a:ext cx="21731806" cy="103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16"/>
                </a:lnSpc>
              </a:pPr>
              <a:r>
                <a:rPr lang="en-US" sz="438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Database Schema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99923" y="3014074"/>
            <a:ext cx="2885511" cy="414257"/>
            <a:chOff x="0" y="0"/>
            <a:chExt cx="3847349" cy="55234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847348" cy="552342"/>
            </a:xfrm>
            <a:custGeom>
              <a:avLst/>
              <a:gdLst/>
              <a:ahLst/>
              <a:cxnLst/>
              <a:rect r="r" b="b" t="t" l="l"/>
              <a:pathLst>
                <a:path h="552342" w="3847348">
                  <a:moveTo>
                    <a:pt x="0" y="0"/>
                  </a:moveTo>
                  <a:lnTo>
                    <a:pt x="3847348" y="0"/>
                  </a:lnTo>
                  <a:lnTo>
                    <a:pt x="3847348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42875"/>
              <a:ext cx="3847349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Table Name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185420" y="3014074"/>
            <a:ext cx="3571178" cy="414257"/>
            <a:chOff x="0" y="0"/>
            <a:chExt cx="4761570" cy="55234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61570" cy="552342"/>
            </a:xfrm>
            <a:custGeom>
              <a:avLst/>
              <a:gdLst/>
              <a:ahLst/>
              <a:cxnLst/>
              <a:rect r="r" b="b" t="t" l="l"/>
              <a:pathLst>
                <a:path h="552342" w="4761570">
                  <a:moveTo>
                    <a:pt x="0" y="0"/>
                  </a:moveTo>
                  <a:lnTo>
                    <a:pt x="4761570" y="0"/>
                  </a:lnTo>
                  <a:lnTo>
                    <a:pt x="4761570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42875"/>
              <a:ext cx="4761570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Fields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956583" y="3014074"/>
            <a:ext cx="9213638" cy="414257"/>
            <a:chOff x="0" y="0"/>
            <a:chExt cx="12284851" cy="55234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284851" cy="552342"/>
            </a:xfrm>
            <a:custGeom>
              <a:avLst/>
              <a:gdLst/>
              <a:ahLst/>
              <a:cxnLst/>
              <a:rect r="r" b="b" t="t" l="l"/>
              <a:pathLst>
                <a:path h="552342" w="12284851">
                  <a:moveTo>
                    <a:pt x="0" y="0"/>
                  </a:moveTo>
                  <a:lnTo>
                    <a:pt x="12284851" y="0"/>
                  </a:lnTo>
                  <a:lnTo>
                    <a:pt x="12284851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42875"/>
              <a:ext cx="12284851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Relationships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99923" y="3642601"/>
            <a:ext cx="2885511" cy="414257"/>
            <a:chOff x="0" y="0"/>
            <a:chExt cx="3847349" cy="55234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847348" cy="552342"/>
            </a:xfrm>
            <a:custGeom>
              <a:avLst/>
              <a:gdLst/>
              <a:ahLst/>
              <a:cxnLst/>
              <a:rect r="r" b="b" t="t" l="l"/>
              <a:pathLst>
                <a:path h="552342" w="3847348">
                  <a:moveTo>
                    <a:pt x="0" y="0"/>
                  </a:moveTo>
                  <a:lnTo>
                    <a:pt x="3847348" y="0"/>
                  </a:lnTo>
                  <a:lnTo>
                    <a:pt x="3847348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42875"/>
              <a:ext cx="3847349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Staff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185420" y="3642601"/>
            <a:ext cx="3571178" cy="1148107"/>
            <a:chOff x="0" y="0"/>
            <a:chExt cx="4761570" cy="153080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761570" cy="1530809"/>
            </a:xfrm>
            <a:custGeom>
              <a:avLst/>
              <a:gdLst/>
              <a:ahLst/>
              <a:cxnLst/>
              <a:rect r="r" b="b" t="t" l="l"/>
              <a:pathLst>
                <a:path h="1530809" w="4761570">
                  <a:moveTo>
                    <a:pt x="0" y="0"/>
                  </a:moveTo>
                  <a:lnTo>
                    <a:pt x="4761570" y="0"/>
                  </a:lnTo>
                  <a:lnTo>
                    <a:pt x="4761570" y="1530809"/>
                  </a:lnTo>
                  <a:lnTo>
                    <a:pt x="0" y="15308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04775"/>
              <a:ext cx="4761570" cy="1635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6"/>
                </a:lnSpc>
              </a:pPr>
              <a:r>
                <a:rPr lang="en-US" sz="16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id, name, email, password, department, designation, status, phone_number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956583" y="3642601"/>
            <a:ext cx="9213638" cy="529743"/>
            <a:chOff x="0" y="0"/>
            <a:chExt cx="12284851" cy="7063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284851" cy="706324"/>
            </a:xfrm>
            <a:custGeom>
              <a:avLst/>
              <a:gdLst/>
              <a:ahLst/>
              <a:cxnLst/>
              <a:rect r="r" b="b" t="t" l="l"/>
              <a:pathLst>
                <a:path h="706324" w="12284851">
                  <a:moveTo>
                    <a:pt x="0" y="0"/>
                  </a:moveTo>
                  <a:lnTo>
                    <a:pt x="12284851" y="0"/>
                  </a:lnTo>
                  <a:lnTo>
                    <a:pt x="12284851" y="706324"/>
                  </a:lnTo>
                  <a:lnTo>
                    <a:pt x="0" y="7063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42875"/>
              <a:ext cx="12284851" cy="849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Related to nothing 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99923" y="4685385"/>
            <a:ext cx="2885511" cy="529743"/>
            <a:chOff x="0" y="0"/>
            <a:chExt cx="3847349" cy="7063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847348" cy="706324"/>
            </a:xfrm>
            <a:custGeom>
              <a:avLst/>
              <a:gdLst/>
              <a:ahLst/>
              <a:cxnLst/>
              <a:rect r="r" b="b" t="t" l="l"/>
              <a:pathLst>
                <a:path h="706324" w="3847348">
                  <a:moveTo>
                    <a:pt x="0" y="0"/>
                  </a:moveTo>
                  <a:lnTo>
                    <a:pt x="3847348" y="0"/>
                  </a:lnTo>
                  <a:lnTo>
                    <a:pt x="3847348" y="706324"/>
                  </a:lnTo>
                  <a:lnTo>
                    <a:pt x="0" y="7063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42875"/>
              <a:ext cx="3847349" cy="849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Inventory_Stock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185420" y="4801293"/>
            <a:ext cx="3427932" cy="1148107"/>
            <a:chOff x="0" y="0"/>
            <a:chExt cx="4570575" cy="153080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570575" cy="1530809"/>
            </a:xfrm>
            <a:custGeom>
              <a:avLst/>
              <a:gdLst/>
              <a:ahLst/>
              <a:cxnLst/>
              <a:rect r="r" b="b" t="t" l="l"/>
              <a:pathLst>
                <a:path h="1530809" w="4570575">
                  <a:moveTo>
                    <a:pt x="0" y="0"/>
                  </a:moveTo>
                  <a:lnTo>
                    <a:pt x="4570575" y="0"/>
                  </a:lnTo>
                  <a:lnTo>
                    <a:pt x="4570575" y="1530809"/>
                  </a:lnTo>
                  <a:lnTo>
                    <a:pt x="0" y="15308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04775"/>
              <a:ext cx="4570575" cy="1635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6"/>
                </a:lnSpc>
              </a:pPr>
              <a:r>
                <a:rPr lang="en-US" sz="16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</a:t>
              </a:r>
              <a:r>
                <a:rPr lang="en-US" sz="16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id, item_name, category, quantity, price, description, updated_date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956583" y="4895483"/>
            <a:ext cx="9213638" cy="842798"/>
            <a:chOff x="0" y="0"/>
            <a:chExt cx="12284851" cy="112373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284851" cy="1123731"/>
            </a:xfrm>
            <a:custGeom>
              <a:avLst/>
              <a:gdLst/>
              <a:ahLst/>
              <a:cxnLst/>
              <a:rect r="r" b="b" t="t" l="l"/>
              <a:pathLst>
                <a:path h="1123731" w="12284851">
                  <a:moveTo>
                    <a:pt x="0" y="0"/>
                  </a:moveTo>
                  <a:lnTo>
                    <a:pt x="12284851" y="0"/>
                  </a:lnTo>
                  <a:lnTo>
                    <a:pt x="12284851" y="1123731"/>
                  </a:lnTo>
                  <a:lnTo>
                    <a:pt x="0" y="11237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42875"/>
              <a:ext cx="12284851" cy="12666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Related to Transactions via item_id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99923" y="7048454"/>
            <a:ext cx="2885511" cy="1092018"/>
            <a:chOff x="0" y="0"/>
            <a:chExt cx="3847349" cy="14560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847348" cy="1456024"/>
            </a:xfrm>
            <a:custGeom>
              <a:avLst/>
              <a:gdLst/>
              <a:ahLst/>
              <a:cxnLst/>
              <a:rect r="r" b="b" t="t" l="l"/>
              <a:pathLst>
                <a:path h="1456024" w="3847348">
                  <a:moveTo>
                    <a:pt x="0" y="0"/>
                  </a:moveTo>
                  <a:lnTo>
                    <a:pt x="3847348" y="0"/>
                  </a:lnTo>
                  <a:lnTo>
                    <a:pt x="3847348" y="1456024"/>
                  </a:lnTo>
                  <a:lnTo>
                    <a:pt x="0" y="14560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42875"/>
              <a:ext cx="3847349" cy="1598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Transaction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185420" y="6992366"/>
            <a:ext cx="3571178" cy="1148107"/>
            <a:chOff x="0" y="0"/>
            <a:chExt cx="4761570" cy="153080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761570" cy="1530809"/>
            </a:xfrm>
            <a:custGeom>
              <a:avLst/>
              <a:gdLst/>
              <a:ahLst/>
              <a:cxnLst/>
              <a:rect r="r" b="b" t="t" l="l"/>
              <a:pathLst>
                <a:path h="1530809" w="4761570">
                  <a:moveTo>
                    <a:pt x="0" y="0"/>
                  </a:moveTo>
                  <a:lnTo>
                    <a:pt x="4761570" y="0"/>
                  </a:lnTo>
                  <a:lnTo>
                    <a:pt x="4761570" y="1530809"/>
                  </a:lnTo>
                  <a:lnTo>
                    <a:pt x="0" y="15308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04775"/>
              <a:ext cx="4761570" cy="1635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6"/>
                </a:lnSpc>
              </a:pPr>
              <a:r>
                <a:rPr lang="en-US" sz="16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id, created_date, quantity, total_price, customer_id, item_id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7956583" y="7297227"/>
            <a:ext cx="9213638" cy="529743"/>
            <a:chOff x="0" y="0"/>
            <a:chExt cx="12284851" cy="70632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284851" cy="706324"/>
            </a:xfrm>
            <a:custGeom>
              <a:avLst/>
              <a:gdLst/>
              <a:ahLst/>
              <a:cxnLst/>
              <a:rect r="r" b="b" t="t" l="l"/>
              <a:pathLst>
                <a:path h="706324" w="12284851">
                  <a:moveTo>
                    <a:pt x="0" y="0"/>
                  </a:moveTo>
                  <a:lnTo>
                    <a:pt x="12284851" y="0"/>
                  </a:lnTo>
                  <a:lnTo>
                    <a:pt x="12284851" y="706324"/>
                  </a:lnTo>
                  <a:lnTo>
                    <a:pt x="0" y="7063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42875"/>
              <a:ext cx="12284851" cy="849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Related to Customer and Inventory_Stock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99923" y="6198960"/>
            <a:ext cx="2885511" cy="529743"/>
            <a:chOff x="0" y="0"/>
            <a:chExt cx="3847349" cy="70632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847348" cy="706324"/>
            </a:xfrm>
            <a:custGeom>
              <a:avLst/>
              <a:gdLst/>
              <a:ahLst/>
              <a:cxnLst/>
              <a:rect r="r" b="b" t="t" l="l"/>
              <a:pathLst>
                <a:path h="706324" w="3847348">
                  <a:moveTo>
                    <a:pt x="0" y="0"/>
                  </a:moveTo>
                  <a:lnTo>
                    <a:pt x="3847348" y="0"/>
                  </a:lnTo>
                  <a:lnTo>
                    <a:pt x="3847348" y="706324"/>
                  </a:lnTo>
                  <a:lnTo>
                    <a:pt x="0" y="7063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42875"/>
              <a:ext cx="3847349" cy="849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Customer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4199705" y="5959985"/>
            <a:ext cx="3571178" cy="1032381"/>
            <a:chOff x="0" y="0"/>
            <a:chExt cx="4761570" cy="137650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761570" cy="1376508"/>
            </a:xfrm>
            <a:custGeom>
              <a:avLst/>
              <a:gdLst/>
              <a:ahLst/>
              <a:cxnLst/>
              <a:rect r="r" b="b" t="t" l="l"/>
              <a:pathLst>
                <a:path h="1376508" w="4761570">
                  <a:moveTo>
                    <a:pt x="0" y="0"/>
                  </a:moveTo>
                  <a:lnTo>
                    <a:pt x="4761570" y="0"/>
                  </a:lnTo>
                  <a:lnTo>
                    <a:pt x="4761570" y="1376508"/>
                  </a:lnTo>
                  <a:lnTo>
                    <a:pt x="0" y="1376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04775"/>
              <a:ext cx="4761570" cy="14812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6"/>
                </a:lnSpc>
              </a:pPr>
              <a:r>
                <a:rPr lang="en-US" sz="16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id, name, email, phone_number, pin, created_date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935173" y="6198960"/>
            <a:ext cx="9213638" cy="529743"/>
            <a:chOff x="0" y="0"/>
            <a:chExt cx="12284851" cy="70632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284851" cy="706324"/>
            </a:xfrm>
            <a:custGeom>
              <a:avLst/>
              <a:gdLst/>
              <a:ahLst/>
              <a:cxnLst/>
              <a:rect r="r" b="b" t="t" l="l"/>
              <a:pathLst>
                <a:path h="706324" w="12284851">
                  <a:moveTo>
                    <a:pt x="0" y="0"/>
                  </a:moveTo>
                  <a:lnTo>
                    <a:pt x="12284851" y="0"/>
                  </a:lnTo>
                  <a:lnTo>
                    <a:pt x="12284851" y="706324"/>
                  </a:lnTo>
                  <a:lnTo>
                    <a:pt x="0" y="7063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42875"/>
              <a:ext cx="12284851" cy="849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Related to Transactions via customer_id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0D0A2C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525" y="0"/>
            <a:ext cx="18284429" cy="10284991"/>
            <a:chOff x="0" y="0"/>
            <a:chExt cx="24379238" cy="13713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0" t="0" r="-1020" b="-20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85209" y="3642601"/>
            <a:ext cx="3899726" cy="3899726"/>
            <a:chOff x="0" y="0"/>
            <a:chExt cx="5199634" cy="51996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9634" cy="5199634"/>
            </a:xfrm>
            <a:custGeom>
              <a:avLst/>
              <a:gdLst/>
              <a:ahLst/>
              <a:cxnLst/>
              <a:rect r="r" b="b" t="t" l="l"/>
              <a:pathLst>
                <a:path h="5199634" w="5199634">
                  <a:moveTo>
                    <a:pt x="0" y="2590292"/>
                  </a:moveTo>
                  <a:cubicBezTo>
                    <a:pt x="0" y="1159764"/>
                    <a:pt x="1159764" y="0"/>
                    <a:pt x="2590292" y="0"/>
                  </a:cubicBezTo>
                  <a:lnTo>
                    <a:pt x="2609342" y="0"/>
                  </a:lnTo>
                  <a:lnTo>
                    <a:pt x="2609342" y="76200"/>
                  </a:lnTo>
                  <a:lnTo>
                    <a:pt x="2609342" y="0"/>
                  </a:lnTo>
                  <a:lnTo>
                    <a:pt x="2609342" y="76200"/>
                  </a:lnTo>
                  <a:lnTo>
                    <a:pt x="2609342" y="0"/>
                  </a:lnTo>
                  <a:cubicBezTo>
                    <a:pt x="4039870" y="0"/>
                    <a:pt x="5199634" y="1159764"/>
                    <a:pt x="5199634" y="2590292"/>
                  </a:cubicBezTo>
                  <a:lnTo>
                    <a:pt x="5199634" y="2609342"/>
                  </a:lnTo>
                  <a:lnTo>
                    <a:pt x="5123434" y="2609342"/>
                  </a:lnTo>
                  <a:lnTo>
                    <a:pt x="5199634" y="2609342"/>
                  </a:lnTo>
                  <a:cubicBezTo>
                    <a:pt x="5199634" y="4039870"/>
                    <a:pt x="4039870" y="5199634"/>
                    <a:pt x="2609342" y="5199634"/>
                  </a:cubicBezTo>
                  <a:lnTo>
                    <a:pt x="2609342" y="5123434"/>
                  </a:lnTo>
                  <a:lnTo>
                    <a:pt x="2609342" y="5199634"/>
                  </a:lnTo>
                  <a:lnTo>
                    <a:pt x="2590292" y="5199634"/>
                  </a:lnTo>
                  <a:lnTo>
                    <a:pt x="2590292" y="5123434"/>
                  </a:lnTo>
                  <a:lnTo>
                    <a:pt x="2590292" y="5199634"/>
                  </a:lnTo>
                  <a:cubicBezTo>
                    <a:pt x="1159764" y="5199634"/>
                    <a:pt x="0" y="4039870"/>
                    <a:pt x="0" y="2609342"/>
                  </a:cubicBezTo>
                  <a:lnTo>
                    <a:pt x="0" y="2590292"/>
                  </a:lnTo>
                  <a:lnTo>
                    <a:pt x="76200" y="2590292"/>
                  </a:lnTo>
                  <a:lnTo>
                    <a:pt x="0" y="2590292"/>
                  </a:lnTo>
                  <a:moveTo>
                    <a:pt x="152400" y="2590292"/>
                  </a:moveTo>
                  <a:lnTo>
                    <a:pt x="152400" y="2609342"/>
                  </a:lnTo>
                  <a:lnTo>
                    <a:pt x="76200" y="2609342"/>
                  </a:lnTo>
                  <a:lnTo>
                    <a:pt x="152400" y="2609342"/>
                  </a:lnTo>
                  <a:cubicBezTo>
                    <a:pt x="152400" y="3955796"/>
                    <a:pt x="1243838" y="5047234"/>
                    <a:pt x="2590292" y="5047234"/>
                  </a:cubicBezTo>
                  <a:lnTo>
                    <a:pt x="2609342" y="5047234"/>
                  </a:lnTo>
                  <a:cubicBezTo>
                    <a:pt x="3955796" y="5047234"/>
                    <a:pt x="5047234" y="3955796"/>
                    <a:pt x="5047234" y="2609342"/>
                  </a:cubicBezTo>
                  <a:lnTo>
                    <a:pt x="5047234" y="2590292"/>
                  </a:lnTo>
                  <a:lnTo>
                    <a:pt x="5123434" y="2590292"/>
                  </a:lnTo>
                  <a:lnTo>
                    <a:pt x="5047234" y="2590292"/>
                  </a:lnTo>
                  <a:cubicBezTo>
                    <a:pt x="5047234" y="1243838"/>
                    <a:pt x="3955796" y="152400"/>
                    <a:pt x="2609342" y="152400"/>
                  </a:cubicBezTo>
                  <a:lnTo>
                    <a:pt x="2590292" y="152400"/>
                  </a:lnTo>
                  <a:lnTo>
                    <a:pt x="2590292" y="76200"/>
                  </a:lnTo>
                  <a:lnTo>
                    <a:pt x="2590292" y="152400"/>
                  </a:lnTo>
                  <a:cubicBezTo>
                    <a:pt x="1243838" y="152400"/>
                    <a:pt x="152400" y="1243838"/>
                    <a:pt x="152400" y="2590292"/>
                  </a:cubicBez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120928" y="4149708"/>
            <a:ext cx="714236" cy="671381"/>
            <a:chOff x="0" y="0"/>
            <a:chExt cx="952314" cy="8951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933323" cy="876173"/>
            </a:xfrm>
            <a:custGeom>
              <a:avLst/>
              <a:gdLst/>
              <a:ahLst/>
              <a:cxnLst/>
              <a:rect r="r" b="b" t="t" l="l"/>
              <a:pathLst>
                <a:path h="876173" w="933323">
                  <a:moveTo>
                    <a:pt x="0" y="0"/>
                  </a:moveTo>
                  <a:lnTo>
                    <a:pt x="933323" y="0"/>
                  </a:lnTo>
                  <a:lnTo>
                    <a:pt x="933323" y="876173"/>
                  </a:lnTo>
                  <a:lnTo>
                    <a:pt x="0" y="876173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2373" cy="895223"/>
            </a:xfrm>
            <a:custGeom>
              <a:avLst/>
              <a:gdLst/>
              <a:ahLst/>
              <a:cxnLst/>
              <a:rect r="r" b="b" t="t" l="l"/>
              <a:pathLst>
                <a:path h="895223" w="952373">
                  <a:moveTo>
                    <a:pt x="9525" y="0"/>
                  </a:moveTo>
                  <a:lnTo>
                    <a:pt x="942848" y="0"/>
                  </a:lnTo>
                  <a:cubicBezTo>
                    <a:pt x="948055" y="0"/>
                    <a:pt x="952373" y="4318"/>
                    <a:pt x="952373" y="9525"/>
                  </a:cubicBezTo>
                  <a:lnTo>
                    <a:pt x="952373" y="885698"/>
                  </a:lnTo>
                  <a:cubicBezTo>
                    <a:pt x="952373" y="890905"/>
                    <a:pt x="948055" y="895223"/>
                    <a:pt x="942848" y="895223"/>
                  </a:cubicBezTo>
                  <a:lnTo>
                    <a:pt x="9525" y="895223"/>
                  </a:lnTo>
                  <a:cubicBezTo>
                    <a:pt x="4318" y="895223"/>
                    <a:pt x="0" y="890905"/>
                    <a:pt x="0" y="885698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85698"/>
                  </a:lnTo>
                  <a:lnTo>
                    <a:pt x="9525" y="885698"/>
                  </a:lnTo>
                  <a:lnTo>
                    <a:pt x="9525" y="876173"/>
                  </a:lnTo>
                  <a:lnTo>
                    <a:pt x="942848" y="876173"/>
                  </a:lnTo>
                  <a:lnTo>
                    <a:pt x="942848" y="885698"/>
                  </a:lnTo>
                  <a:lnTo>
                    <a:pt x="933323" y="885698"/>
                  </a:lnTo>
                  <a:lnTo>
                    <a:pt x="933323" y="9525"/>
                  </a:lnTo>
                  <a:lnTo>
                    <a:pt x="942848" y="9525"/>
                  </a:lnTo>
                  <a:lnTo>
                    <a:pt x="94284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406482" y="3449757"/>
            <a:ext cx="714236" cy="671381"/>
            <a:chOff x="0" y="0"/>
            <a:chExt cx="952314" cy="8951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525" y="9525"/>
              <a:ext cx="933323" cy="876173"/>
            </a:xfrm>
            <a:custGeom>
              <a:avLst/>
              <a:gdLst/>
              <a:ahLst/>
              <a:cxnLst/>
              <a:rect r="r" b="b" t="t" l="l"/>
              <a:pathLst>
                <a:path h="876173" w="933323">
                  <a:moveTo>
                    <a:pt x="0" y="0"/>
                  </a:moveTo>
                  <a:lnTo>
                    <a:pt x="933323" y="0"/>
                  </a:lnTo>
                  <a:lnTo>
                    <a:pt x="933323" y="876173"/>
                  </a:lnTo>
                  <a:lnTo>
                    <a:pt x="0" y="876173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2373" cy="895223"/>
            </a:xfrm>
            <a:custGeom>
              <a:avLst/>
              <a:gdLst/>
              <a:ahLst/>
              <a:cxnLst/>
              <a:rect r="r" b="b" t="t" l="l"/>
              <a:pathLst>
                <a:path h="895223" w="952373">
                  <a:moveTo>
                    <a:pt x="9525" y="0"/>
                  </a:moveTo>
                  <a:lnTo>
                    <a:pt x="942848" y="0"/>
                  </a:lnTo>
                  <a:cubicBezTo>
                    <a:pt x="948055" y="0"/>
                    <a:pt x="952373" y="4318"/>
                    <a:pt x="952373" y="9525"/>
                  </a:cubicBezTo>
                  <a:lnTo>
                    <a:pt x="952373" y="885698"/>
                  </a:lnTo>
                  <a:cubicBezTo>
                    <a:pt x="952373" y="890905"/>
                    <a:pt x="948055" y="895223"/>
                    <a:pt x="942848" y="895223"/>
                  </a:cubicBezTo>
                  <a:lnTo>
                    <a:pt x="9525" y="895223"/>
                  </a:lnTo>
                  <a:cubicBezTo>
                    <a:pt x="4318" y="895223"/>
                    <a:pt x="0" y="890905"/>
                    <a:pt x="0" y="885698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85698"/>
                  </a:lnTo>
                  <a:lnTo>
                    <a:pt x="9525" y="885698"/>
                  </a:lnTo>
                  <a:lnTo>
                    <a:pt x="9525" y="876173"/>
                  </a:lnTo>
                  <a:lnTo>
                    <a:pt x="942848" y="876173"/>
                  </a:lnTo>
                  <a:lnTo>
                    <a:pt x="942848" y="885698"/>
                  </a:lnTo>
                  <a:lnTo>
                    <a:pt x="933323" y="885698"/>
                  </a:lnTo>
                  <a:lnTo>
                    <a:pt x="933323" y="9525"/>
                  </a:lnTo>
                  <a:lnTo>
                    <a:pt x="942848" y="9525"/>
                  </a:lnTo>
                  <a:lnTo>
                    <a:pt x="94284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806383" y="5263916"/>
            <a:ext cx="714236" cy="671381"/>
            <a:chOff x="0" y="0"/>
            <a:chExt cx="952314" cy="895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9525" y="9525"/>
              <a:ext cx="933323" cy="876173"/>
            </a:xfrm>
            <a:custGeom>
              <a:avLst/>
              <a:gdLst/>
              <a:ahLst/>
              <a:cxnLst/>
              <a:rect r="r" b="b" t="t" l="l"/>
              <a:pathLst>
                <a:path h="876173" w="933323">
                  <a:moveTo>
                    <a:pt x="0" y="0"/>
                  </a:moveTo>
                  <a:lnTo>
                    <a:pt x="933323" y="0"/>
                  </a:lnTo>
                  <a:lnTo>
                    <a:pt x="933323" y="876173"/>
                  </a:lnTo>
                  <a:lnTo>
                    <a:pt x="0" y="876173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2373" cy="895223"/>
            </a:xfrm>
            <a:custGeom>
              <a:avLst/>
              <a:gdLst/>
              <a:ahLst/>
              <a:cxnLst/>
              <a:rect r="r" b="b" t="t" l="l"/>
              <a:pathLst>
                <a:path h="895223" w="952373">
                  <a:moveTo>
                    <a:pt x="9525" y="0"/>
                  </a:moveTo>
                  <a:lnTo>
                    <a:pt x="942848" y="0"/>
                  </a:lnTo>
                  <a:cubicBezTo>
                    <a:pt x="948055" y="0"/>
                    <a:pt x="952373" y="4318"/>
                    <a:pt x="952373" y="9525"/>
                  </a:cubicBezTo>
                  <a:lnTo>
                    <a:pt x="952373" y="885698"/>
                  </a:lnTo>
                  <a:cubicBezTo>
                    <a:pt x="952373" y="890905"/>
                    <a:pt x="948055" y="895223"/>
                    <a:pt x="942848" y="895223"/>
                  </a:cubicBezTo>
                  <a:lnTo>
                    <a:pt x="9525" y="895223"/>
                  </a:lnTo>
                  <a:cubicBezTo>
                    <a:pt x="4318" y="895223"/>
                    <a:pt x="0" y="890905"/>
                    <a:pt x="0" y="885698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85698"/>
                  </a:lnTo>
                  <a:lnTo>
                    <a:pt x="9525" y="885698"/>
                  </a:lnTo>
                  <a:lnTo>
                    <a:pt x="9525" y="876173"/>
                  </a:lnTo>
                  <a:lnTo>
                    <a:pt x="942848" y="876173"/>
                  </a:lnTo>
                  <a:lnTo>
                    <a:pt x="942848" y="885698"/>
                  </a:lnTo>
                  <a:lnTo>
                    <a:pt x="933323" y="885698"/>
                  </a:lnTo>
                  <a:lnTo>
                    <a:pt x="933323" y="9525"/>
                  </a:lnTo>
                  <a:lnTo>
                    <a:pt x="942848" y="9525"/>
                  </a:lnTo>
                  <a:lnTo>
                    <a:pt x="94284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406482" y="7063789"/>
            <a:ext cx="714236" cy="671381"/>
            <a:chOff x="0" y="0"/>
            <a:chExt cx="952314" cy="8951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525" y="9525"/>
              <a:ext cx="933323" cy="876173"/>
            </a:xfrm>
            <a:custGeom>
              <a:avLst/>
              <a:gdLst/>
              <a:ahLst/>
              <a:cxnLst/>
              <a:rect r="r" b="b" t="t" l="l"/>
              <a:pathLst>
                <a:path h="876173" w="933323">
                  <a:moveTo>
                    <a:pt x="0" y="0"/>
                  </a:moveTo>
                  <a:lnTo>
                    <a:pt x="933323" y="0"/>
                  </a:lnTo>
                  <a:lnTo>
                    <a:pt x="933323" y="876173"/>
                  </a:lnTo>
                  <a:lnTo>
                    <a:pt x="0" y="876173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2373" cy="895223"/>
            </a:xfrm>
            <a:custGeom>
              <a:avLst/>
              <a:gdLst/>
              <a:ahLst/>
              <a:cxnLst/>
              <a:rect r="r" b="b" t="t" l="l"/>
              <a:pathLst>
                <a:path h="895223" w="952373">
                  <a:moveTo>
                    <a:pt x="9525" y="0"/>
                  </a:moveTo>
                  <a:lnTo>
                    <a:pt x="942848" y="0"/>
                  </a:lnTo>
                  <a:cubicBezTo>
                    <a:pt x="948055" y="0"/>
                    <a:pt x="952373" y="4318"/>
                    <a:pt x="952373" y="9525"/>
                  </a:cubicBezTo>
                  <a:lnTo>
                    <a:pt x="952373" y="885698"/>
                  </a:lnTo>
                  <a:cubicBezTo>
                    <a:pt x="952373" y="890905"/>
                    <a:pt x="948055" y="895223"/>
                    <a:pt x="942848" y="895223"/>
                  </a:cubicBezTo>
                  <a:lnTo>
                    <a:pt x="9525" y="895223"/>
                  </a:lnTo>
                  <a:cubicBezTo>
                    <a:pt x="4318" y="895223"/>
                    <a:pt x="0" y="890905"/>
                    <a:pt x="0" y="885698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85698"/>
                  </a:lnTo>
                  <a:lnTo>
                    <a:pt x="9525" y="885698"/>
                  </a:lnTo>
                  <a:lnTo>
                    <a:pt x="9525" y="876173"/>
                  </a:lnTo>
                  <a:lnTo>
                    <a:pt x="942848" y="876173"/>
                  </a:lnTo>
                  <a:lnTo>
                    <a:pt x="942848" y="885698"/>
                  </a:lnTo>
                  <a:lnTo>
                    <a:pt x="933323" y="885698"/>
                  </a:lnTo>
                  <a:lnTo>
                    <a:pt x="933323" y="9525"/>
                  </a:lnTo>
                  <a:lnTo>
                    <a:pt x="942848" y="9525"/>
                  </a:lnTo>
                  <a:lnTo>
                    <a:pt x="94284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120928" y="6378123"/>
            <a:ext cx="714236" cy="671381"/>
            <a:chOff x="0" y="0"/>
            <a:chExt cx="952314" cy="8951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9525" y="9525"/>
              <a:ext cx="933323" cy="876173"/>
            </a:xfrm>
            <a:custGeom>
              <a:avLst/>
              <a:gdLst/>
              <a:ahLst/>
              <a:cxnLst/>
              <a:rect r="r" b="b" t="t" l="l"/>
              <a:pathLst>
                <a:path h="876173" w="933323">
                  <a:moveTo>
                    <a:pt x="0" y="0"/>
                  </a:moveTo>
                  <a:lnTo>
                    <a:pt x="933323" y="0"/>
                  </a:lnTo>
                  <a:lnTo>
                    <a:pt x="933323" y="876173"/>
                  </a:lnTo>
                  <a:lnTo>
                    <a:pt x="0" y="876173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2373" cy="895223"/>
            </a:xfrm>
            <a:custGeom>
              <a:avLst/>
              <a:gdLst/>
              <a:ahLst/>
              <a:cxnLst/>
              <a:rect r="r" b="b" t="t" l="l"/>
              <a:pathLst>
                <a:path h="895223" w="952373">
                  <a:moveTo>
                    <a:pt x="9525" y="0"/>
                  </a:moveTo>
                  <a:lnTo>
                    <a:pt x="942848" y="0"/>
                  </a:lnTo>
                  <a:cubicBezTo>
                    <a:pt x="948055" y="0"/>
                    <a:pt x="952373" y="4318"/>
                    <a:pt x="952373" y="9525"/>
                  </a:cubicBezTo>
                  <a:lnTo>
                    <a:pt x="952373" y="885698"/>
                  </a:lnTo>
                  <a:cubicBezTo>
                    <a:pt x="952373" y="890905"/>
                    <a:pt x="948055" y="895223"/>
                    <a:pt x="942848" y="895223"/>
                  </a:cubicBezTo>
                  <a:lnTo>
                    <a:pt x="9525" y="895223"/>
                  </a:lnTo>
                  <a:cubicBezTo>
                    <a:pt x="4318" y="895223"/>
                    <a:pt x="0" y="890905"/>
                    <a:pt x="0" y="885698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85698"/>
                  </a:lnTo>
                  <a:lnTo>
                    <a:pt x="9525" y="885698"/>
                  </a:lnTo>
                  <a:lnTo>
                    <a:pt x="9525" y="876173"/>
                  </a:lnTo>
                  <a:lnTo>
                    <a:pt x="942848" y="876173"/>
                  </a:lnTo>
                  <a:lnTo>
                    <a:pt x="942848" y="885698"/>
                  </a:lnTo>
                  <a:lnTo>
                    <a:pt x="933323" y="885698"/>
                  </a:lnTo>
                  <a:lnTo>
                    <a:pt x="933323" y="9525"/>
                  </a:lnTo>
                  <a:lnTo>
                    <a:pt x="942848" y="9525"/>
                  </a:lnTo>
                  <a:lnTo>
                    <a:pt x="94284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85645" y="714236"/>
            <a:ext cx="16298854" cy="628527"/>
            <a:chOff x="0" y="0"/>
            <a:chExt cx="21731806" cy="8380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31805" cy="838036"/>
            </a:xfrm>
            <a:custGeom>
              <a:avLst/>
              <a:gdLst/>
              <a:ahLst/>
              <a:cxnLst/>
              <a:rect r="r" b="b" t="t" l="l"/>
              <a:pathLst>
                <a:path h="838036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838036"/>
                  </a:lnTo>
                  <a:lnTo>
                    <a:pt x="0" y="8380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33350"/>
              <a:ext cx="21731806" cy="97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2"/>
                </a:lnSpc>
              </a:pPr>
              <a:r>
                <a:rPr lang="en-US" sz="41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Modules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5645" y="2971220"/>
            <a:ext cx="5256773" cy="471395"/>
            <a:chOff x="0" y="0"/>
            <a:chExt cx="7009031" cy="6285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09031" cy="628527"/>
            </a:xfrm>
            <a:custGeom>
              <a:avLst/>
              <a:gdLst/>
              <a:ahLst/>
              <a:cxnLst/>
              <a:rect r="r" b="b" t="t" l="l"/>
              <a:pathLst>
                <a:path h="628527" w="7009031">
                  <a:moveTo>
                    <a:pt x="0" y="0"/>
                  </a:moveTo>
                  <a:lnTo>
                    <a:pt x="7009031" y="0"/>
                  </a:lnTo>
                  <a:lnTo>
                    <a:pt x="7009031" y="628527"/>
                  </a:lnTo>
                  <a:lnTo>
                    <a:pt x="0" y="6285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04775"/>
              <a:ext cx="7009031" cy="733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73"/>
                </a:lnSpc>
              </a:pPr>
              <a:r>
                <a:rPr lang="en-US" sz="303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Core System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413764" y="4285413"/>
            <a:ext cx="342833" cy="385687"/>
            <a:chOff x="0" y="0"/>
            <a:chExt cx="457111" cy="5142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7111" cy="514250"/>
            </a:xfrm>
            <a:custGeom>
              <a:avLst/>
              <a:gdLst/>
              <a:ahLst/>
              <a:cxnLst/>
              <a:rect r="r" b="b" t="t" l="l"/>
              <a:pathLst>
                <a:path h="514250" w="457111">
                  <a:moveTo>
                    <a:pt x="0" y="0"/>
                  </a:moveTo>
                  <a:lnTo>
                    <a:pt x="457111" y="0"/>
                  </a:lnTo>
                  <a:lnTo>
                    <a:pt x="457111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457111" cy="590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25"/>
                </a:lnSpc>
              </a:pPr>
              <a:r>
                <a:rPr lang="en-US" sz="258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027726" y="1657026"/>
            <a:ext cx="5256773" cy="471395"/>
            <a:chOff x="0" y="0"/>
            <a:chExt cx="7009031" cy="62852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09031" cy="628527"/>
            </a:xfrm>
            <a:custGeom>
              <a:avLst/>
              <a:gdLst/>
              <a:ahLst/>
              <a:cxnLst/>
              <a:rect r="r" b="b" t="t" l="l"/>
              <a:pathLst>
                <a:path h="628527" w="7009031">
                  <a:moveTo>
                    <a:pt x="0" y="0"/>
                  </a:moveTo>
                  <a:lnTo>
                    <a:pt x="7009031" y="0"/>
                  </a:lnTo>
                  <a:lnTo>
                    <a:pt x="7009031" y="628527"/>
                  </a:lnTo>
                  <a:lnTo>
                    <a:pt x="0" y="6285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7009031" cy="733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3"/>
                </a:lnSpc>
              </a:pPr>
              <a:r>
                <a:rPr lang="en-US" sz="303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Staff Management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70749" y="3599747"/>
            <a:ext cx="342833" cy="385687"/>
            <a:chOff x="0" y="0"/>
            <a:chExt cx="457111" cy="5142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7111" cy="514250"/>
            </a:xfrm>
            <a:custGeom>
              <a:avLst/>
              <a:gdLst/>
              <a:ahLst/>
              <a:cxnLst/>
              <a:rect r="r" b="b" t="t" l="l"/>
              <a:pathLst>
                <a:path h="514250" w="457111">
                  <a:moveTo>
                    <a:pt x="0" y="0"/>
                  </a:moveTo>
                  <a:lnTo>
                    <a:pt x="457111" y="0"/>
                  </a:lnTo>
                  <a:lnTo>
                    <a:pt x="457111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457111" cy="590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25"/>
                </a:lnSpc>
              </a:pPr>
              <a:r>
                <a:rPr lang="en-US" sz="258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27726" y="4456830"/>
            <a:ext cx="5256773" cy="471395"/>
            <a:chOff x="0" y="0"/>
            <a:chExt cx="7009031" cy="62852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09031" cy="628527"/>
            </a:xfrm>
            <a:custGeom>
              <a:avLst/>
              <a:gdLst/>
              <a:ahLst/>
              <a:cxnLst/>
              <a:rect r="r" b="b" t="t" l="l"/>
              <a:pathLst>
                <a:path h="628527" w="7009031">
                  <a:moveTo>
                    <a:pt x="0" y="0"/>
                  </a:moveTo>
                  <a:lnTo>
                    <a:pt x="7009031" y="0"/>
                  </a:lnTo>
                  <a:lnTo>
                    <a:pt x="7009031" y="628527"/>
                  </a:lnTo>
                  <a:lnTo>
                    <a:pt x="0" y="6285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04775"/>
              <a:ext cx="7009031" cy="733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3"/>
                </a:lnSpc>
              </a:pPr>
              <a:r>
                <a:rPr lang="en-US" sz="303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Inventory Management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070650" y="5399620"/>
            <a:ext cx="342833" cy="385687"/>
            <a:chOff x="0" y="0"/>
            <a:chExt cx="457111" cy="5142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7111" cy="514250"/>
            </a:xfrm>
            <a:custGeom>
              <a:avLst/>
              <a:gdLst/>
              <a:ahLst/>
              <a:cxnLst/>
              <a:rect r="r" b="b" t="t" l="l"/>
              <a:pathLst>
                <a:path h="514250" w="457111">
                  <a:moveTo>
                    <a:pt x="0" y="0"/>
                  </a:moveTo>
                  <a:lnTo>
                    <a:pt x="457111" y="0"/>
                  </a:lnTo>
                  <a:lnTo>
                    <a:pt x="457111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457111" cy="590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25"/>
                </a:lnSpc>
              </a:pPr>
              <a:r>
                <a:rPr lang="en-US" sz="258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027726" y="7270917"/>
            <a:ext cx="5256773" cy="753779"/>
            <a:chOff x="0" y="0"/>
            <a:chExt cx="7009031" cy="100503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09031" cy="1005038"/>
            </a:xfrm>
            <a:custGeom>
              <a:avLst/>
              <a:gdLst/>
              <a:ahLst/>
              <a:cxnLst/>
              <a:rect r="r" b="b" t="t" l="l"/>
              <a:pathLst>
                <a:path h="1005038" w="7009031">
                  <a:moveTo>
                    <a:pt x="0" y="0"/>
                  </a:moveTo>
                  <a:lnTo>
                    <a:pt x="7009031" y="0"/>
                  </a:lnTo>
                  <a:lnTo>
                    <a:pt x="7009031" y="1005038"/>
                  </a:lnTo>
                  <a:lnTo>
                    <a:pt x="0" y="10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04775"/>
              <a:ext cx="7009031" cy="110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3"/>
                </a:lnSpc>
              </a:pPr>
              <a:r>
                <a:rPr lang="en-US" sz="303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Custome</a:t>
              </a:r>
              <a:r>
                <a:rPr lang="en-US" sz="303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 Management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42179" y="7213779"/>
            <a:ext cx="342833" cy="385687"/>
            <a:chOff x="0" y="0"/>
            <a:chExt cx="457111" cy="5142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7111" cy="514250"/>
            </a:xfrm>
            <a:custGeom>
              <a:avLst/>
              <a:gdLst/>
              <a:ahLst/>
              <a:cxnLst/>
              <a:rect r="r" b="b" t="t" l="l"/>
              <a:pathLst>
                <a:path h="514250" w="457111">
                  <a:moveTo>
                    <a:pt x="0" y="0"/>
                  </a:moveTo>
                  <a:lnTo>
                    <a:pt x="457111" y="0"/>
                  </a:lnTo>
                  <a:lnTo>
                    <a:pt x="457111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457111" cy="590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25"/>
                </a:lnSpc>
              </a:pPr>
              <a:r>
                <a:rPr lang="en-US" sz="258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85645" y="6570967"/>
            <a:ext cx="5256773" cy="753779"/>
            <a:chOff x="0" y="0"/>
            <a:chExt cx="7009031" cy="100503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09031" cy="1005038"/>
            </a:xfrm>
            <a:custGeom>
              <a:avLst/>
              <a:gdLst/>
              <a:ahLst/>
              <a:cxnLst/>
              <a:rect r="r" b="b" t="t" l="l"/>
              <a:pathLst>
                <a:path h="1005038" w="7009031">
                  <a:moveTo>
                    <a:pt x="0" y="0"/>
                  </a:moveTo>
                  <a:lnTo>
                    <a:pt x="7009031" y="0"/>
                  </a:lnTo>
                  <a:lnTo>
                    <a:pt x="7009031" y="1005038"/>
                  </a:lnTo>
                  <a:lnTo>
                    <a:pt x="0" y="1005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04775"/>
              <a:ext cx="7009031" cy="110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73"/>
                </a:lnSpc>
              </a:pPr>
              <a:r>
                <a:rPr lang="en-US" sz="303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Transaction </a:t>
              </a:r>
              <a:r>
                <a:rPr lang="en-US" sz="303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System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370910" y="6513828"/>
            <a:ext cx="342833" cy="385687"/>
            <a:chOff x="0" y="0"/>
            <a:chExt cx="457111" cy="5142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57111" cy="514250"/>
            </a:xfrm>
            <a:custGeom>
              <a:avLst/>
              <a:gdLst/>
              <a:ahLst/>
              <a:cxnLst/>
              <a:rect r="r" b="b" t="t" l="l"/>
              <a:pathLst>
                <a:path h="514250" w="457111">
                  <a:moveTo>
                    <a:pt x="0" y="0"/>
                  </a:moveTo>
                  <a:lnTo>
                    <a:pt x="457111" y="0"/>
                  </a:lnTo>
                  <a:lnTo>
                    <a:pt x="457111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457111" cy="590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25"/>
                </a:lnSpc>
              </a:pPr>
              <a:r>
                <a:rPr lang="en-US" sz="258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85645" y="3628316"/>
            <a:ext cx="5256773" cy="385687"/>
            <a:chOff x="0" y="0"/>
            <a:chExt cx="7009031" cy="5142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009031" cy="514250"/>
            </a:xfrm>
            <a:custGeom>
              <a:avLst/>
              <a:gdLst/>
              <a:ahLst/>
              <a:cxnLst/>
              <a:rect r="r" b="b" t="t" l="l"/>
              <a:pathLst>
                <a:path h="514250" w="7009031">
                  <a:moveTo>
                    <a:pt x="0" y="0"/>
                  </a:moveTo>
                  <a:lnTo>
                    <a:pt x="7009031" y="0"/>
                  </a:lnTo>
                  <a:lnTo>
                    <a:pt x="7009031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33350"/>
              <a:ext cx="7009031" cy="64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44"/>
                </a:lnSpc>
              </a:pPr>
              <a:r>
                <a:rPr lang="en-US" sz="2024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Central hub connecting all modules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313420" y="2328408"/>
            <a:ext cx="4971079" cy="385687"/>
            <a:chOff x="0" y="0"/>
            <a:chExt cx="6628105" cy="5142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628106" cy="514250"/>
            </a:xfrm>
            <a:custGeom>
              <a:avLst/>
              <a:gdLst/>
              <a:ahLst/>
              <a:cxnLst/>
              <a:rect r="r" b="b" t="t" l="l"/>
              <a:pathLst>
                <a:path h="514250" w="6628106">
                  <a:moveTo>
                    <a:pt x="0" y="0"/>
                  </a:moveTo>
                  <a:lnTo>
                    <a:pt x="6628106" y="0"/>
                  </a:lnTo>
                  <a:lnTo>
                    <a:pt x="6628106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33350"/>
              <a:ext cx="6628105" cy="64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2024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Authentication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313420" y="2928366"/>
            <a:ext cx="4971079" cy="385687"/>
            <a:chOff x="0" y="0"/>
            <a:chExt cx="6628105" cy="5142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628106" cy="514250"/>
            </a:xfrm>
            <a:custGeom>
              <a:avLst/>
              <a:gdLst/>
              <a:ahLst/>
              <a:cxnLst/>
              <a:rect r="r" b="b" t="t" l="l"/>
              <a:pathLst>
                <a:path h="514250" w="6628106">
                  <a:moveTo>
                    <a:pt x="0" y="0"/>
                  </a:moveTo>
                  <a:lnTo>
                    <a:pt x="6628106" y="0"/>
                  </a:lnTo>
                  <a:lnTo>
                    <a:pt x="6628106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33350"/>
              <a:ext cx="6628105" cy="64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2024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Roles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313420" y="3542608"/>
            <a:ext cx="4971079" cy="385687"/>
            <a:chOff x="0" y="0"/>
            <a:chExt cx="6628105" cy="5142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628106" cy="514250"/>
            </a:xfrm>
            <a:custGeom>
              <a:avLst/>
              <a:gdLst/>
              <a:ahLst/>
              <a:cxnLst/>
              <a:rect r="r" b="b" t="t" l="l"/>
              <a:pathLst>
                <a:path h="514250" w="6628106">
                  <a:moveTo>
                    <a:pt x="0" y="0"/>
                  </a:moveTo>
                  <a:lnTo>
                    <a:pt x="6628106" y="0"/>
                  </a:lnTo>
                  <a:lnTo>
                    <a:pt x="6628106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33350"/>
              <a:ext cx="6628105" cy="64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2024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Permissions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313420" y="5128211"/>
            <a:ext cx="4971079" cy="385687"/>
            <a:chOff x="0" y="0"/>
            <a:chExt cx="6628105" cy="5142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628106" cy="514250"/>
            </a:xfrm>
            <a:custGeom>
              <a:avLst/>
              <a:gdLst/>
              <a:ahLst/>
              <a:cxnLst/>
              <a:rect r="r" b="b" t="t" l="l"/>
              <a:pathLst>
                <a:path h="514250" w="6628106">
                  <a:moveTo>
                    <a:pt x="0" y="0"/>
                  </a:moveTo>
                  <a:lnTo>
                    <a:pt x="6628106" y="0"/>
                  </a:lnTo>
                  <a:lnTo>
                    <a:pt x="6628106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33350"/>
              <a:ext cx="6628105" cy="64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2024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CRUD Operations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313420" y="5742453"/>
            <a:ext cx="4971079" cy="385687"/>
            <a:chOff x="0" y="0"/>
            <a:chExt cx="6628105" cy="51425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628106" cy="514250"/>
            </a:xfrm>
            <a:custGeom>
              <a:avLst/>
              <a:gdLst/>
              <a:ahLst/>
              <a:cxnLst/>
              <a:rect r="r" b="b" t="t" l="l"/>
              <a:pathLst>
                <a:path h="514250" w="6628106">
                  <a:moveTo>
                    <a:pt x="0" y="0"/>
                  </a:moveTo>
                  <a:lnTo>
                    <a:pt x="6628106" y="0"/>
                  </a:lnTo>
                  <a:lnTo>
                    <a:pt x="6628106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33350"/>
              <a:ext cx="6628105" cy="64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2024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Stock Alerts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313420" y="6342411"/>
            <a:ext cx="4971079" cy="385687"/>
            <a:chOff x="0" y="0"/>
            <a:chExt cx="6628105" cy="51425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628106" cy="514250"/>
            </a:xfrm>
            <a:custGeom>
              <a:avLst/>
              <a:gdLst/>
              <a:ahLst/>
              <a:cxnLst/>
              <a:rect r="r" b="b" t="t" l="l"/>
              <a:pathLst>
                <a:path h="514250" w="6628106">
                  <a:moveTo>
                    <a:pt x="0" y="0"/>
                  </a:moveTo>
                  <a:lnTo>
                    <a:pt x="6628106" y="0"/>
                  </a:lnTo>
                  <a:lnTo>
                    <a:pt x="6628106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33350"/>
              <a:ext cx="6628105" cy="64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2024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Search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313420" y="7942299"/>
            <a:ext cx="4971079" cy="498854"/>
            <a:chOff x="0" y="0"/>
            <a:chExt cx="6628105" cy="66513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628106" cy="665139"/>
            </a:xfrm>
            <a:custGeom>
              <a:avLst/>
              <a:gdLst/>
              <a:ahLst/>
              <a:cxnLst/>
              <a:rect r="r" b="b" t="t" l="l"/>
              <a:pathLst>
                <a:path h="665139" w="6628106">
                  <a:moveTo>
                    <a:pt x="0" y="0"/>
                  </a:moveTo>
                  <a:lnTo>
                    <a:pt x="6628106" y="0"/>
                  </a:lnTo>
                  <a:lnTo>
                    <a:pt x="6628106" y="665139"/>
                  </a:lnTo>
                  <a:lnTo>
                    <a:pt x="0" y="6651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33350"/>
              <a:ext cx="6628105" cy="7984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2024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Custome</a:t>
              </a:r>
              <a:r>
                <a:rPr lang="en-US" sz="2024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 Tracking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313420" y="8542257"/>
            <a:ext cx="4971079" cy="385687"/>
            <a:chOff x="0" y="0"/>
            <a:chExt cx="6628105" cy="51425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628106" cy="514250"/>
            </a:xfrm>
            <a:custGeom>
              <a:avLst/>
              <a:gdLst/>
              <a:ahLst/>
              <a:cxnLst/>
              <a:rect r="r" b="b" t="t" l="l"/>
              <a:pathLst>
                <a:path h="514250" w="6628106">
                  <a:moveTo>
                    <a:pt x="0" y="0"/>
                  </a:moveTo>
                  <a:lnTo>
                    <a:pt x="6628106" y="0"/>
                  </a:lnTo>
                  <a:lnTo>
                    <a:pt x="6628106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33350"/>
              <a:ext cx="6628105" cy="64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2024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Contact Info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313420" y="9156499"/>
            <a:ext cx="4971079" cy="385687"/>
            <a:chOff x="0" y="0"/>
            <a:chExt cx="6628105" cy="51425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628106" cy="514250"/>
            </a:xfrm>
            <a:custGeom>
              <a:avLst/>
              <a:gdLst/>
              <a:ahLst/>
              <a:cxnLst/>
              <a:rect r="r" b="b" t="t" l="l"/>
              <a:pathLst>
                <a:path h="514250" w="6628106">
                  <a:moveTo>
                    <a:pt x="0" y="0"/>
                  </a:moveTo>
                  <a:lnTo>
                    <a:pt x="6628106" y="0"/>
                  </a:lnTo>
                  <a:lnTo>
                    <a:pt x="6628106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33350"/>
              <a:ext cx="6628105" cy="64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2024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Performance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71339" y="7242348"/>
            <a:ext cx="4971079" cy="498854"/>
            <a:chOff x="0" y="0"/>
            <a:chExt cx="6628105" cy="66513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628106" cy="665139"/>
            </a:xfrm>
            <a:custGeom>
              <a:avLst/>
              <a:gdLst/>
              <a:ahLst/>
              <a:cxnLst/>
              <a:rect r="r" b="b" t="t" l="l"/>
              <a:pathLst>
                <a:path h="665139" w="6628106">
                  <a:moveTo>
                    <a:pt x="0" y="0"/>
                  </a:moveTo>
                  <a:lnTo>
                    <a:pt x="6628106" y="0"/>
                  </a:lnTo>
                  <a:lnTo>
                    <a:pt x="6628106" y="665139"/>
                  </a:lnTo>
                  <a:lnTo>
                    <a:pt x="0" y="6651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33350"/>
              <a:ext cx="6628105" cy="7984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2024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Transaction History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71339" y="7842306"/>
            <a:ext cx="4971079" cy="385687"/>
            <a:chOff x="0" y="0"/>
            <a:chExt cx="6628105" cy="51425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628106" cy="514250"/>
            </a:xfrm>
            <a:custGeom>
              <a:avLst/>
              <a:gdLst/>
              <a:ahLst/>
              <a:cxnLst/>
              <a:rect r="r" b="b" t="t" l="l"/>
              <a:pathLst>
                <a:path h="514250" w="6628106">
                  <a:moveTo>
                    <a:pt x="0" y="0"/>
                  </a:moveTo>
                  <a:lnTo>
                    <a:pt x="6628106" y="0"/>
                  </a:lnTo>
                  <a:lnTo>
                    <a:pt x="6628106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33350"/>
              <a:ext cx="6628105" cy="64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2024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Payment Tracking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71339" y="8456548"/>
            <a:ext cx="4971079" cy="385687"/>
            <a:chOff x="0" y="0"/>
            <a:chExt cx="6628105" cy="51425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628106" cy="514250"/>
            </a:xfrm>
            <a:custGeom>
              <a:avLst/>
              <a:gdLst/>
              <a:ahLst/>
              <a:cxnLst/>
              <a:rect r="r" b="b" t="t" l="l"/>
              <a:pathLst>
                <a:path h="514250" w="6628106">
                  <a:moveTo>
                    <a:pt x="0" y="0"/>
                  </a:moveTo>
                  <a:lnTo>
                    <a:pt x="6628106" y="0"/>
                  </a:lnTo>
                  <a:lnTo>
                    <a:pt x="6628106" y="514250"/>
                  </a:lnTo>
                  <a:lnTo>
                    <a:pt x="0" y="51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33350"/>
              <a:ext cx="6628105" cy="64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2024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Reports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884879" y="2385547"/>
            <a:ext cx="271409" cy="257125"/>
            <a:chOff x="0" y="0"/>
            <a:chExt cx="361879" cy="34283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61879" cy="342833"/>
            </a:xfrm>
            <a:custGeom>
              <a:avLst/>
              <a:gdLst/>
              <a:ahLst/>
              <a:cxnLst/>
              <a:rect r="r" b="b" t="t" l="l"/>
              <a:pathLst>
                <a:path h="342833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42833"/>
                  </a:lnTo>
                  <a:lnTo>
                    <a:pt x="0" y="3428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361879" cy="361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2024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884879" y="2999789"/>
            <a:ext cx="271409" cy="257125"/>
            <a:chOff x="0" y="0"/>
            <a:chExt cx="361879" cy="34283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61879" cy="342833"/>
            </a:xfrm>
            <a:custGeom>
              <a:avLst/>
              <a:gdLst/>
              <a:ahLst/>
              <a:cxnLst/>
              <a:rect r="r" b="b" t="t" l="l"/>
              <a:pathLst>
                <a:path h="342833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42833"/>
                  </a:lnTo>
                  <a:lnTo>
                    <a:pt x="0" y="3428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361879" cy="361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2024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884879" y="3599747"/>
            <a:ext cx="271409" cy="257125"/>
            <a:chOff x="0" y="0"/>
            <a:chExt cx="361879" cy="34283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61879" cy="342833"/>
            </a:xfrm>
            <a:custGeom>
              <a:avLst/>
              <a:gdLst/>
              <a:ahLst/>
              <a:cxnLst/>
              <a:rect r="r" b="b" t="t" l="l"/>
              <a:pathLst>
                <a:path h="342833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42833"/>
                  </a:lnTo>
                  <a:lnTo>
                    <a:pt x="0" y="3428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361879" cy="361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2024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1884879" y="5199634"/>
            <a:ext cx="271409" cy="257125"/>
            <a:chOff x="0" y="0"/>
            <a:chExt cx="361879" cy="34283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61879" cy="342833"/>
            </a:xfrm>
            <a:custGeom>
              <a:avLst/>
              <a:gdLst/>
              <a:ahLst/>
              <a:cxnLst/>
              <a:rect r="r" b="b" t="t" l="l"/>
              <a:pathLst>
                <a:path h="342833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42833"/>
                  </a:lnTo>
                  <a:lnTo>
                    <a:pt x="0" y="3428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361879" cy="361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2024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884879" y="5799592"/>
            <a:ext cx="271409" cy="257125"/>
            <a:chOff x="0" y="0"/>
            <a:chExt cx="361879" cy="34283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61879" cy="342833"/>
            </a:xfrm>
            <a:custGeom>
              <a:avLst/>
              <a:gdLst/>
              <a:ahLst/>
              <a:cxnLst/>
              <a:rect r="r" b="b" t="t" l="l"/>
              <a:pathLst>
                <a:path h="342833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42833"/>
                  </a:lnTo>
                  <a:lnTo>
                    <a:pt x="0" y="3428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19050"/>
              <a:ext cx="361879" cy="361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2024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884879" y="6413835"/>
            <a:ext cx="271409" cy="257125"/>
            <a:chOff x="0" y="0"/>
            <a:chExt cx="361879" cy="34283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61879" cy="342833"/>
            </a:xfrm>
            <a:custGeom>
              <a:avLst/>
              <a:gdLst/>
              <a:ahLst/>
              <a:cxnLst/>
              <a:rect r="r" b="b" t="t" l="l"/>
              <a:pathLst>
                <a:path h="342833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42833"/>
                  </a:lnTo>
                  <a:lnTo>
                    <a:pt x="0" y="3428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19050"/>
              <a:ext cx="361879" cy="361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2024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884879" y="8013722"/>
            <a:ext cx="271409" cy="257125"/>
            <a:chOff x="0" y="0"/>
            <a:chExt cx="361879" cy="34283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61879" cy="342833"/>
            </a:xfrm>
            <a:custGeom>
              <a:avLst/>
              <a:gdLst/>
              <a:ahLst/>
              <a:cxnLst/>
              <a:rect r="r" b="b" t="t" l="l"/>
              <a:pathLst>
                <a:path h="342833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42833"/>
                  </a:lnTo>
                  <a:lnTo>
                    <a:pt x="0" y="3428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19050"/>
              <a:ext cx="361879" cy="361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2024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884879" y="8613680"/>
            <a:ext cx="271409" cy="257125"/>
            <a:chOff x="0" y="0"/>
            <a:chExt cx="361879" cy="34283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61879" cy="342833"/>
            </a:xfrm>
            <a:custGeom>
              <a:avLst/>
              <a:gdLst/>
              <a:ahLst/>
              <a:cxnLst/>
              <a:rect r="r" b="b" t="t" l="l"/>
              <a:pathLst>
                <a:path h="342833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42833"/>
                  </a:lnTo>
                  <a:lnTo>
                    <a:pt x="0" y="3428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361879" cy="361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2024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1884879" y="9213638"/>
            <a:ext cx="271409" cy="257125"/>
            <a:chOff x="0" y="0"/>
            <a:chExt cx="361879" cy="34283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61879" cy="342833"/>
            </a:xfrm>
            <a:custGeom>
              <a:avLst/>
              <a:gdLst/>
              <a:ahLst/>
              <a:cxnLst/>
              <a:rect r="r" b="b" t="t" l="l"/>
              <a:pathLst>
                <a:path h="342833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42833"/>
                  </a:lnTo>
                  <a:lnTo>
                    <a:pt x="0" y="3428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19050"/>
              <a:ext cx="361879" cy="361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2024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842798" y="7313772"/>
            <a:ext cx="271409" cy="257125"/>
            <a:chOff x="0" y="0"/>
            <a:chExt cx="361879" cy="34283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61879" cy="342833"/>
            </a:xfrm>
            <a:custGeom>
              <a:avLst/>
              <a:gdLst/>
              <a:ahLst/>
              <a:cxnLst/>
              <a:rect r="r" b="b" t="t" l="l"/>
              <a:pathLst>
                <a:path h="342833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42833"/>
                  </a:lnTo>
                  <a:lnTo>
                    <a:pt x="0" y="3428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19050"/>
              <a:ext cx="361879" cy="361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2024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842798" y="7913729"/>
            <a:ext cx="271409" cy="257125"/>
            <a:chOff x="0" y="0"/>
            <a:chExt cx="361879" cy="342833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61879" cy="342833"/>
            </a:xfrm>
            <a:custGeom>
              <a:avLst/>
              <a:gdLst/>
              <a:ahLst/>
              <a:cxnLst/>
              <a:rect r="r" b="b" t="t" l="l"/>
              <a:pathLst>
                <a:path h="342833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42833"/>
                  </a:lnTo>
                  <a:lnTo>
                    <a:pt x="0" y="3428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19050"/>
              <a:ext cx="361879" cy="361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2024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842798" y="8513687"/>
            <a:ext cx="271409" cy="257125"/>
            <a:chOff x="0" y="0"/>
            <a:chExt cx="361879" cy="34283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61879" cy="342833"/>
            </a:xfrm>
            <a:custGeom>
              <a:avLst/>
              <a:gdLst/>
              <a:ahLst/>
              <a:cxnLst/>
              <a:rect r="r" b="b" t="t" l="l"/>
              <a:pathLst>
                <a:path h="342833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42833"/>
                  </a:lnTo>
                  <a:lnTo>
                    <a:pt x="0" y="3428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19050"/>
              <a:ext cx="361879" cy="361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2024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0D0A2C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0" t="0" r="-1020" b="-20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942299" y="5299627"/>
            <a:ext cx="2371262" cy="2371262"/>
            <a:chOff x="0" y="0"/>
            <a:chExt cx="3161682" cy="31616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61665" cy="3161665"/>
            </a:xfrm>
            <a:custGeom>
              <a:avLst/>
              <a:gdLst/>
              <a:ahLst/>
              <a:cxnLst/>
              <a:rect r="r" b="b" t="t" l="l"/>
              <a:pathLst>
                <a:path h="3161665" w="3161665">
                  <a:moveTo>
                    <a:pt x="0" y="1580896"/>
                  </a:moveTo>
                  <a:cubicBezTo>
                    <a:pt x="0" y="707771"/>
                    <a:pt x="707771" y="0"/>
                    <a:pt x="1580896" y="0"/>
                  </a:cubicBezTo>
                  <a:cubicBezTo>
                    <a:pt x="2454021" y="0"/>
                    <a:pt x="3161665" y="707771"/>
                    <a:pt x="3161665" y="1580896"/>
                  </a:cubicBezTo>
                  <a:cubicBezTo>
                    <a:pt x="3161665" y="2454021"/>
                    <a:pt x="2453894" y="3161665"/>
                    <a:pt x="1580896" y="3161665"/>
                  </a:cubicBezTo>
                  <a:cubicBezTo>
                    <a:pt x="707898" y="3161665"/>
                    <a:pt x="0" y="2453894"/>
                    <a:pt x="0" y="1580896"/>
                  </a:cubicBezTo>
                  <a:close/>
                </a:path>
              </a:pathLst>
            </a:custGeom>
            <a:solidFill>
              <a:srgbClr val="08086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528042" y="4442545"/>
            <a:ext cx="3214060" cy="3214060"/>
            <a:chOff x="0" y="0"/>
            <a:chExt cx="4285413" cy="42854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85234" cy="4285234"/>
            </a:xfrm>
            <a:custGeom>
              <a:avLst/>
              <a:gdLst/>
              <a:ahLst/>
              <a:cxnLst/>
              <a:rect r="r" b="b" t="t" l="l"/>
              <a:pathLst>
                <a:path h="4285234" w="4285234">
                  <a:moveTo>
                    <a:pt x="0" y="2133092"/>
                  </a:moveTo>
                  <a:cubicBezTo>
                    <a:pt x="0" y="955040"/>
                    <a:pt x="955040" y="0"/>
                    <a:pt x="2133092" y="0"/>
                  </a:cubicBezTo>
                  <a:lnTo>
                    <a:pt x="2152142" y="0"/>
                  </a:lnTo>
                  <a:cubicBezTo>
                    <a:pt x="3330194" y="0"/>
                    <a:pt x="4285234" y="955040"/>
                    <a:pt x="4285234" y="2133092"/>
                  </a:cubicBezTo>
                  <a:lnTo>
                    <a:pt x="4285234" y="2152142"/>
                  </a:lnTo>
                  <a:cubicBezTo>
                    <a:pt x="4285234" y="3330194"/>
                    <a:pt x="3330194" y="4285234"/>
                    <a:pt x="2152142" y="4285234"/>
                  </a:cubicBezTo>
                  <a:lnTo>
                    <a:pt x="2133092" y="4285234"/>
                  </a:lnTo>
                  <a:cubicBezTo>
                    <a:pt x="955040" y="4285361"/>
                    <a:pt x="0" y="3330321"/>
                    <a:pt x="0" y="2152269"/>
                  </a:cubicBezTo>
                  <a:close/>
                </a:path>
              </a:pathLst>
            </a:custGeom>
            <a:solidFill>
              <a:srgbClr val="08086C">
                <a:alpha val="1058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099501" y="3599747"/>
            <a:ext cx="4071142" cy="4071142"/>
            <a:chOff x="0" y="0"/>
            <a:chExt cx="5428190" cy="54281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28234" cy="5428234"/>
            </a:xfrm>
            <a:custGeom>
              <a:avLst/>
              <a:gdLst/>
              <a:ahLst/>
              <a:cxnLst/>
              <a:rect r="r" b="b" t="t" l="l"/>
              <a:pathLst>
                <a:path h="5428234" w="5428234">
                  <a:moveTo>
                    <a:pt x="0" y="2704592"/>
                  </a:moveTo>
                  <a:cubicBezTo>
                    <a:pt x="0" y="1210818"/>
                    <a:pt x="1210818" y="0"/>
                    <a:pt x="2704592" y="0"/>
                  </a:cubicBezTo>
                  <a:lnTo>
                    <a:pt x="2723642" y="0"/>
                  </a:lnTo>
                  <a:cubicBezTo>
                    <a:pt x="4217289" y="0"/>
                    <a:pt x="5428234" y="1210818"/>
                    <a:pt x="5428234" y="2704592"/>
                  </a:cubicBezTo>
                  <a:lnTo>
                    <a:pt x="5428234" y="2723642"/>
                  </a:lnTo>
                  <a:cubicBezTo>
                    <a:pt x="5428234" y="4217289"/>
                    <a:pt x="4217416" y="5428234"/>
                    <a:pt x="2723642" y="5428234"/>
                  </a:cubicBezTo>
                  <a:lnTo>
                    <a:pt x="2704592" y="5428234"/>
                  </a:lnTo>
                  <a:cubicBezTo>
                    <a:pt x="1210818" y="5428234"/>
                    <a:pt x="0" y="4217289"/>
                    <a:pt x="0" y="2723642"/>
                  </a:cubicBezTo>
                  <a:close/>
                </a:path>
              </a:pathLst>
            </a:custGeom>
            <a:solidFill>
              <a:srgbClr val="08086C">
                <a:alpha val="2353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6813807" y="3328337"/>
            <a:ext cx="4613961" cy="4613961"/>
            <a:chOff x="0" y="0"/>
            <a:chExt cx="6151948" cy="61519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52007" cy="6152007"/>
            </a:xfrm>
            <a:custGeom>
              <a:avLst/>
              <a:gdLst/>
              <a:ahLst/>
              <a:cxnLst/>
              <a:rect r="r" b="b" t="t" l="l"/>
              <a:pathLst>
                <a:path h="6152007" w="6152007">
                  <a:moveTo>
                    <a:pt x="0" y="0"/>
                  </a:moveTo>
                  <a:lnTo>
                    <a:pt x="6152007" y="0"/>
                  </a:lnTo>
                  <a:lnTo>
                    <a:pt x="6152007" y="6152007"/>
                  </a:lnTo>
                  <a:lnTo>
                    <a:pt x="0" y="6152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9" t="0" r="-188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6813807" y="3328337"/>
            <a:ext cx="4613961" cy="4613961"/>
            <a:chOff x="0" y="0"/>
            <a:chExt cx="6151948" cy="61519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52007" cy="6152007"/>
            </a:xfrm>
            <a:custGeom>
              <a:avLst/>
              <a:gdLst/>
              <a:ahLst/>
              <a:cxnLst/>
              <a:rect r="r" b="b" t="t" l="l"/>
              <a:pathLst>
                <a:path h="6152007" w="6152007">
                  <a:moveTo>
                    <a:pt x="0" y="0"/>
                  </a:moveTo>
                  <a:lnTo>
                    <a:pt x="6152007" y="0"/>
                  </a:lnTo>
                  <a:lnTo>
                    <a:pt x="6152007" y="6152007"/>
                  </a:lnTo>
                  <a:lnTo>
                    <a:pt x="0" y="6152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9" t="0" r="-188" b="0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6813807" y="3328337"/>
            <a:ext cx="4613961" cy="4613961"/>
            <a:chOff x="0" y="0"/>
            <a:chExt cx="6151948" cy="61519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52007" cy="6152007"/>
            </a:xfrm>
            <a:custGeom>
              <a:avLst/>
              <a:gdLst/>
              <a:ahLst/>
              <a:cxnLst/>
              <a:rect r="r" b="b" t="t" l="l"/>
              <a:pathLst>
                <a:path h="6152007" w="6152007">
                  <a:moveTo>
                    <a:pt x="0" y="0"/>
                  </a:moveTo>
                  <a:lnTo>
                    <a:pt x="6152007" y="0"/>
                  </a:lnTo>
                  <a:lnTo>
                    <a:pt x="6152007" y="6152007"/>
                  </a:lnTo>
                  <a:lnTo>
                    <a:pt x="0" y="6152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9" t="0" r="-188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5645" y="2328408"/>
            <a:ext cx="16298854" cy="671381"/>
            <a:chOff x="0" y="0"/>
            <a:chExt cx="21731806" cy="8951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31805" cy="895175"/>
            </a:xfrm>
            <a:custGeom>
              <a:avLst/>
              <a:gdLst/>
              <a:ahLst/>
              <a:cxnLst/>
              <a:rect r="r" b="b" t="t" l="l"/>
              <a:pathLst>
                <a:path h="895175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895175"/>
                  </a:lnTo>
                  <a:lnTo>
                    <a:pt x="0" y="8951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42875"/>
              <a:ext cx="21731806" cy="103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16"/>
                </a:lnSpc>
              </a:pPr>
              <a:r>
                <a:rPr lang="en-US" sz="438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System Advantages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599185" y="7428049"/>
            <a:ext cx="5685315" cy="499965"/>
            <a:chOff x="0" y="0"/>
            <a:chExt cx="7580419" cy="6666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80419" cy="666620"/>
            </a:xfrm>
            <a:custGeom>
              <a:avLst/>
              <a:gdLst/>
              <a:ahLst/>
              <a:cxnLst/>
              <a:rect r="r" b="b" t="t" l="l"/>
              <a:pathLst>
                <a:path h="666620" w="7580419">
                  <a:moveTo>
                    <a:pt x="0" y="0"/>
                  </a:moveTo>
                  <a:lnTo>
                    <a:pt x="7580419" y="0"/>
                  </a:lnTo>
                  <a:lnTo>
                    <a:pt x="7580419" y="666620"/>
                  </a:lnTo>
                  <a:lnTo>
                    <a:pt x="0" y="666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7580419" cy="76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2ECC7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Efficiency &amp; Security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5645" y="4799663"/>
            <a:ext cx="5685315" cy="414257"/>
            <a:chOff x="0" y="0"/>
            <a:chExt cx="7580419" cy="55234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80419" cy="552342"/>
            </a:xfrm>
            <a:custGeom>
              <a:avLst/>
              <a:gdLst/>
              <a:ahLst/>
              <a:cxnLst/>
              <a:rect r="r" b="b" t="t" l="l"/>
              <a:pathLst>
                <a:path h="552342" w="7580419">
                  <a:moveTo>
                    <a:pt x="0" y="0"/>
                  </a:moveTo>
                  <a:lnTo>
                    <a:pt x="7580419" y="0"/>
                  </a:lnTo>
                  <a:lnTo>
                    <a:pt x="7580419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7580419" cy="638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87"/>
                </a:lnSpc>
              </a:pPr>
              <a:r>
                <a:rPr lang="en-US" sz="2699" b="true">
                  <a:solidFill>
                    <a:srgbClr val="2ECC7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Real-time Updates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5645" y="5428190"/>
            <a:ext cx="5685315" cy="414257"/>
            <a:chOff x="0" y="0"/>
            <a:chExt cx="7580419" cy="5523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80419" cy="552342"/>
            </a:xfrm>
            <a:custGeom>
              <a:avLst/>
              <a:gdLst/>
              <a:ahLst/>
              <a:cxnLst/>
              <a:rect r="r" b="b" t="t" l="l"/>
              <a:pathLst>
                <a:path h="552342" w="7580419">
                  <a:moveTo>
                    <a:pt x="0" y="0"/>
                  </a:moveTo>
                  <a:lnTo>
                    <a:pt x="7580419" y="0"/>
                  </a:lnTo>
                  <a:lnTo>
                    <a:pt x="7580419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7580419" cy="638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87"/>
                </a:lnSpc>
              </a:pPr>
              <a:r>
                <a:rPr lang="en-US" sz="2699" b="true">
                  <a:solidFill>
                    <a:srgbClr val="2ECC7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Automated Processes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85645" y="6042432"/>
            <a:ext cx="5685315" cy="414257"/>
            <a:chOff x="0" y="0"/>
            <a:chExt cx="7580419" cy="55234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80419" cy="552342"/>
            </a:xfrm>
            <a:custGeom>
              <a:avLst/>
              <a:gdLst/>
              <a:ahLst/>
              <a:cxnLst/>
              <a:rect r="r" b="b" t="t" l="l"/>
              <a:pathLst>
                <a:path h="552342" w="7580419">
                  <a:moveTo>
                    <a:pt x="0" y="0"/>
                  </a:moveTo>
                  <a:lnTo>
                    <a:pt x="7580419" y="0"/>
                  </a:lnTo>
                  <a:lnTo>
                    <a:pt x="7580419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7580419" cy="638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87"/>
                </a:lnSpc>
              </a:pPr>
              <a:r>
                <a:rPr lang="en-US" sz="2699" b="true">
                  <a:solidFill>
                    <a:srgbClr val="2ECC7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Secure Authentication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599185" y="3328337"/>
            <a:ext cx="5685315" cy="414257"/>
            <a:chOff x="0" y="0"/>
            <a:chExt cx="7580419" cy="55234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580419" cy="552342"/>
            </a:xfrm>
            <a:custGeom>
              <a:avLst/>
              <a:gdLst/>
              <a:ahLst/>
              <a:cxnLst/>
              <a:rect r="r" b="b" t="t" l="l"/>
              <a:pathLst>
                <a:path h="552342" w="7580419">
                  <a:moveTo>
                    <a:pt x="0" y="0"/>
                  </a:moveTo>
                  <a:lnTo>
                    <a:pt x="7580419" y="0"/>
                  </a:lnTo>
                  <a:lnTo>
                    <a:pt x="7580419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42875"/>
              <a:ext cx="7580419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Reduced Manual Errors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599185" y="3942580"/>
            <a:ext cx="5685315" cy="414257"/>
            <a:chOff x="0" y="0"/>
            <a:chExt cx="7580419" cy="5523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580419" cy="552342"/>
            </a:xfrm>
            <a:custGeom>
              <a:avLst/>
              <a:gdLst/>
              <a:ahLst/>
              <a:cxnLst/>
              <a:rect r="r" b="b" t="t" l="l"/>
              <a:pathLst>
                <a:path h="552342" w="7580419">
                  <a:moveTo>
                    <a:pt x="0" y="0"/>
                  </a:moveTo>
                  <a:lnTo>
                    <a:pt x="7580419" y="0"/>
                  </a:lnTo>
                  <a:lnTo>
                    <a:pt x="7580419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42875"/>
              <a:ext cx="7580419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Improved Inventory Accuracy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599185" y="4571107"/>
            <a:ext cx="5685315" cy="414257"/>
            <a:chOff x="0" y="0"/>
            <a:chExt cx="7580419" cy="55234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580419" cy="552342"/>
            </a:xfrm>
            <a:custGeom>
              <a:avLst/>
              <a:gdLst/>
              <a:ahLst/>
              <a:cxnLst/>
              <a:rect r="r" b="b" t="t" l="l"/>
              <a:pathLst>
                <a:path h="552342" w="7580419">
                  <a:moveTo>
                    <a:pt x="0" y="0"/>
                  </a:moveTo>
                  <a:lnTo>
                    <a:pt x="7580419" y="0"/>
                  </a:lnTo>
                  <a:lnTo>
                    <a:pt x="7580419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42875"/>
              <a:ext cx="7580419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Better Supplier Relations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599185" y="5199634"/>
            <a:ext cx="5685315" cy="414257"/>
            <a:chOff x="0" y="0"/>
            <a:chExt cx="7580419" cy="55234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580419" cy="552342"/>
            </a:xfrm>
            <a:custGeom>
              <a:avLst/>
              <a:gdLst/>
              <a:ahLst/>
              <a:cxnLst/>
              <a:rect r="r" b="b" t="t" l="l"/>
              <a:pathLst>
                <a:path h="552342" w="7580419">
                  <a:moveTo>
                    <a:pt x="0" y="0"/>
                  </a:moveTo>
                  <a:lnTo>
                    <a:pt x="7580419" y="0"/>
                  </a:lnTo>
                  <a:lnTo>
                    <a:pt x="7580419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42875"/>
              <a:ext cx="7580419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Enhanced Reporting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599185" y="5813877"/>
            <a:ext cx="5685315" cy="414257"/>
            <a:chOff x="0" y="0"/>
            <a:chExt cx="7580419" cy="55234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80419" cy="552342"/>
            </a:xfrm>
            <a:custGeom>
              <a:avLst/>
              <a:gdLst/>
              <a:ahLst/>
              <a:cxnLst/>
              <a:rect r="r" b="b" t="t" l="l"/>
              <a:pathLst>
                <a:path h="552342" w="7580419">
                  <a:moveTo>
                    <a:pt x="0" y="0"/>
                  </a:moveTo>
                  <a:lnTo>
                    <a:pt x="7580419" y="0"/>
                  </a:lnTo>
                  <a:lnTo>
                    <a:pt x="7580419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42875"/>
              <a:ext cx="7580419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Cost Savings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599185" y="6442404"/>
            <a:ext cx="5685315" cy="414257"/>
            <a:chOff x="0" y="0"/>
            <a:chExt cx="7580419" cy="55234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580419" cy="552342"/>
            </a:xfrm>
            <a:custGeom>
              <a:avLst/>
              <a:gdLst/>
              <a:ahLst/>
              <a:cxnLst/>
              <a:rect r="r" b="b" t="t" l="l"/>
              <a:pathLst>
                <a:path h="552342" w="7580419">
                  <a:moveTo>
                    <a:pt x="0" y="0"/>
                  </a:moveTo>
                  <a:lnTo>
                    <a:pt x="7580419" y="0"/>
                  </a:lnTo>
                  <a:lnTo>
                    <a:pt x="7580419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42875"/>
              <a:ext cx="7580419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Scalability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0D0A2C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0" t="0" r="-1020" b="-204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85645" y="2356977"/>
            <a:ext cx="3728309" cy="3728309"/>
            <a:chOff x="0" y="0"/>
            <a:chExt cx="4971079" cy="49710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71034" cy="4971034"/>
            </a:xfrm>
            <a:custGeom>
              <a:avLst/>
              <a:gdLst/>
              <a:ahLst/>
              <a:cxnLst/>
              <a:rect r="r" b="b" t="t" l="l"/>
              <a:pathLst>
                <a:path h="4971034" w="4971034">
                  <a:moveTo>
                    <a:pt x="0" y="0"/>
                  </a:moveTo>
                  <a:lnTo>
                    <a:pt x="4971034" y="0"/>
                  </a:lnTo>
                  <a:lnTo>
                    <a:pt x="4971034" y="4971034"/>
                  </a:lnTo>
                  <a:lnTo>
                    <a:pt x="0" y="4971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542397" y="2356977"/>
            <a:ext cx="3728309" cy="3728309"/>
            <a:chOff x="0" y="0"/>
            <a:chExt cx="4971079" cy="49710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71034" cy="4971034"/>
            </a:xfrm>
            <a:custGeom>
              <a:avLst/>
              <a:gdLst/>
              <a:ahLst/>
              <a:cxnLst/>
              <a:rect r="r" b="b" t="t" l="l"/>
              <a:pathLst>
                <a:path h="4971034" w="4971034">
                  <a:moveTo>
                    <a:pt x="0" y="0"/>
                  </a:moveTo>
                  <a:lnTo>
                    <a:pt x="4971034" y="0"/>
                  </a:lnTo>
                  <a:lnTo>
                    <a:pt x="4971034" y="4971034"/>
                  </a:lnTo>
                  <a:lnTo>
                    <a:pt x="0" y="4971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084865" y="2356977"/>
            <a:ext cx="3728309" cy="3728309"/>
            <a:chOff x="0" y="0"/>
            <a:chExt cx="4971079" cy="49710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1034" cy="4971034"/>
            </a:xfrm>
            <a:custGeom>
              <a:avLst/>
              <a:gdLst/>
              <a:ahLst/>
              <a:cxnLst/>
              <a:rect r="r" b="b" t="t" l="l"/>
              <a:pathLst>
                <a:path h="4971034" w="4971034">
                  <a:moveTo>
                    <a:pt x="0" y="0"/>
                  </a:moveTo>
                  <a:lnTo>
                    <a:pt x="4971034" y="0"/>
                  </a:lnTo>
                  <a:lnTo>
                    <a:pt x="4971034" y="4971034"/>
                  </a:lnTo>
                  <a:lnTo>
                    <a:pt x="0" y="4971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85645" y="1371332"/>
            <a:ext cx="16298854" cy="671381"/>
            <a:chOff x="0" y="0"/>
            <a:chExt cx="21731806" cy="8951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31805" cy="895175"/>
            </a:xfrm>
            <a:custGeom>
              <a:avLst/>
              <a:gdLst/>
              <a:ahLst/>
              <a:cxnLst/>
              <a:rect r="r" b="b" t="t" l="l"/>
              <a:pathLst>
                <a:path h="895175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895175"/>
                  </a:lnTo>
                  <a:lnTo>
                    <a:pt x="0" y="8951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42875"/>
              <a:ext cx="21731806" cy="103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16"/>
                </a:lnSpc>
              </a:pPr>
              <a:r>
                <a:rPr lang="en-US" sz="438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Real-World Applications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85645" y="6456689"/>
            <a:ext cx="5185350" cy="499965"/>
            <a:chOff x="0" y="0"/>
            <a:chExt cx="6913800" cy="6666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13800" cy="666620"/>
            </a:xfrm>
            <a:custGeom>
              <a:avLst/>
              <a:gdLst/>
              <a:ahLst/>
              <a:cxnLst/>
              <a:rect r="r" b="b" t="t" l="l"/>
              <a:pathLst>
                <a:path h="666620" w="6913800">
                  <a:moveTo>
                    <a:pt x="0" y="0"/>
                  </a:moveTo>
                  <a:lnTo>
                    <a:pt x="6913800" y="0"/>
                  </a:lnTo>
                  <a:lnTo>
                    <a:pt x="6913800" y="666620"/>
                  </a:lnTo>
                  <a:lnTo>
                    <a:pt x="0" y="666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6913800" cy="76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Retail Stores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42397" y="6456689"/>
            <a:ext cx="5185350" cy="499965"/>
            <a:chOff x="0" y="0"/>
            <a:chExt cx="6913800" cy="6666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13800" cy="666620"/>
            </a:xfrm>
            <a:custGeom>
              <a:avLst/>
              <a:gdLst/>
              <a:ahLst/>
              <a:cxnLst/>
              <a:rect r="r" b="b" t="t" l="l"/>
              <a:pathLst>
                <a:path h="666620" w="6913800">
                  <a:moveTo>
                    <a:pt x="0" y="0"/>
                  </a:moveTo>
                  <a:lnTo>
                    <a:pt x="6913800" y="0"/>
                  </a:lnTo>
                  <a:lnTo>
                    <a:pt x="6913800" y="666620"/>
                  </a:lnTo>
                  <a:lnTo>
                    <a:pt x="0" y="666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6913800" cy="76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Warehouses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84865" y="6456689"/>
            <a:ext cx="5185350" cy="499965"/>
            <a:chOff x="0" y="0"/>
            <a:chExt cx="6913800" cy="6666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13800" cy="666620"/>
            </a:xfrm>
            <a:custGeom>
              <a:avLst/>
              <a:gdLst/>
              <a:ahLst/>
              <a:cxnLst/>
              <a:rect r="r" b="b" t="t" l="l"/>
              <a:pathLst>
                <a:path h="666620" w="6913800">
                  <a:moveTo>
                    <a:pt x="0" y="0"/>
                  </a:moveTo>
                  <a:lnTo>
                    <a:pt x="6913800" y="0"/>
                  </a:lnTo>
                  <a:lnTo>
                    <a:pt x="6913800" y="666620"/>
                  </a:lnTo>
                  <a:lnTo>
                    <a:pt x="0" y="666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6913800" cy="76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Manufacturing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71339" y="7185209"/>
            <a:ext cx="4899656" cy="414257"/>
            <a:chOff x="0" y="0"/>
            <a:chExt cx="6532874" cy="55234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32874" cy="552342"/>
            </a:xfrm>
            <a:custGeom>
              <a:avLst/>
              <a:gdLst/>
              <a:ahLst/>
              <a:cxnLst/>
              <a:rect r="r" b="b" t="t" l="l"/>
              <a:pathLst>
                <a:path h="552342" w="6532874">
                  <a:moveTo>
                    <a:pt x="0" y="0"/>
                  </a:moveTo>
                  <a:lnTo>
                    <a:pt x="6532874" y="0"/>
                  </a:lnTo>
                  <a:lnTo>
                    <a:pt x="6532874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42875"/>
              <a:ext cx="6532874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Point-of-sale integration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71339" y="7828021"/>
            <a:ext cx="4899656" cy="414257"/>
            <a:chOff x="0" y="0"/>
            <a:chExt cx="6532874" cy="5523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32874" cy="552342"/>
            </a:xfrm>
            <a:custGeom>
              <a:avLst/>
              <a:gdLst/>
              <a:ahLst/>
              <a:cxnLst/>
              <a:rect r="r" b="b" t="t" l="l"/>
              <a:pathLst>
                <a:path h="552342" w="6532874">
                  <a:moveTo>
                    <a:pt x="0" y="0"/>
                  </a:moveTo>
                  <a:lnTo>
                    <a:pt x="6532874" y="0"/>
                  </a:lnTo>
                  <a:lnTo>
                    <a:pt x="6532874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42875"/>
              <a:ext cx="6532874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Stock level monitoring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1339" y="8485118"/>
            <a:ext cx="4899656" cy="414257"/>
            <a:chOff x="0" y="0"/>
            <a:chExt cx="6532874" cy="55234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32874" cy="552342"/>
            </a:xfrm>
            <a:custGeom>
              <a:avLst/>
              <a:gdLst/>
              <a:ahLst/>
              <a:cxnLst/>
              <a:rect r="r" b="b" t="t" l="l"/>
              <a:pathLst>
                <a:path h="552342" w="6532874">
                  <a:moveTo>
                    <a:pt x="0" y="0"/>
                  </a:moveTo>
                  <a:lnTo>
                    <a:pt x="6532874" y="0"/>
                  </a:lnTo>
                  <a:lnTo>
                    <a:pt x="6532874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42875"/>
              <a:ext cx="6532874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Automatic reordering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813807" y="7185209"/>
            <a:ext cx="4899656" cy="414257"/>
            <a:chOff x="0" y="0"/>
            <a:chExt cx="6532874" cy="55234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32874" cy="552342"/>
            </a:xfrm>
            <a:custGeom>
              <a:avLst/>
              <a:gdLst/>
              <a:ahLst/>
              <a:cxnLst/>
              <a:rect r="r" b="b" t="t" l="l"/>
              <a:pathLst>
                <a:path h="552342" w="6532874">
                  <a:moveTo>
                    <a:pt x="0" y="0"/>
                  </a:moveTo>
                  <a:lnTo>
                    <a:pt x="6532874" y="0"/>
                  </a:lnTo>
                  <a:lnTo>
                    <a:pt x="6532874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42875"/>
              <a:ext cx="6532874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Bulk inventory tracking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813807" y="7828021"/>
            <a:ext cx="4899656" cy="414257"/>
            <a:chOff x="0" y="0"/>
            <a:chExt cx="6532874" cy="5523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32874" cy="552342"/>
            </a:xfrm>
            <a:custGeom>
              <a:avLst/>
              <a:gdLst/>
              <a:ahLst/>
              <a:cxnLst/>
              <a:rect r="r" b="b" t="t" l="l"/>
              <a:pathLst>
                <a:path h="552342" w="6532874">
                  <a:moveTo>
                    <a:pt x="0" y="0"/>
                  </a:moveTo>
                  <a:lnTo>
                    <a:pt x="6532874" y="0"/>
                  </a:lnTo>
                  <a:lnTo>
                    <a:pt x="6532874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42875"/>
              <a:ext cx="6532874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Location management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813807" y="8485118"/>
            <a:ext cx="4899656" cy="414257"/>
            <a:chOff x="0" y="0"/>
            <a:chExt cx="6532874" cy="55234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32874" cy="552342"/>
            </a:xfrm>
            <a:custGeom>
              <a:avLst/>
              <a:gdLst/>
              <a:ahLst/>
              <a:cxnLst/>
              <a:rect r="r" b="b" t="t" l="l"/>
              <a:pathLst>
                <a:path h="552342" w="6532874">
                  <a:moveTo>
                    <a:pt x="0" y="0"/>
                  </a:moveTo>
                  <a:lnTo>
                    <a:pt x="6532874" y="0"/>
                  </a:lnTo>
                  <a:lnTo>
                    <a:pt x="6532874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42875"/>
              <a:ext cx="6532874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Pick and pack optimization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370559" y="7185209"/>
            <a:ext cx="4899656" cy="414257"/>
            <a:chOff x="0" y="0"/>
            <a:chExt cx="6532874" cy="55234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32874" cy="552342"/>
            </a:xfrm>
            <a:custGeom>
              <a:avLst/>
              <a:gdLst/>
              <a:ahLst/>
              <a:cxnLst/>
              <a:rect r="r" b="b" t="t" l="l"/>
              <a:pathLst>
                <a:path h="552342" w="6532874">
                  <a:moveTo>
                    <a:pt x="0" y="0"/>
                  </a:moveTo>
                  <a:lnTo>
                    <a:pt x="6532874" y="0"/>
                  </a:lnTo>
                  <a:lnTo>
                    <a:pt x="6532874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42875"/>
              <a:ext cx="6532874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Raw material tracking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370559" y="7828021"/>
            <a:ext cx="4899656" cy="414257"/>
            <a:chOff x="0" y="0"/>
            <a:chExt cx="6532874" cy="55234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32874" cy="552342"/>
            </a:xfrm>
            <a:custGeom>
              <a:avLst/>
              <a:gdLst/>
              <a:ahLst/>
              <a:cxnLst/>
              <a:rect r="r" b="b" t="t" l="l"/>
              <a:pathLst>
                <a:path h="552342" w="6532874">
                  <a:moveTo>
                    <a:pt x="0" y="0"/>
                  </a:moveTo>
                  <a:lnTo>
                    <a:pt x="6532874" y="0"/>
                  </a:lnTo>
                  <a:lnTo>
                    <a:pt x="6532874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42875"/>
              <a:ext cx="6532874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Production planning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370559" y="8485118"/>
            <a:ext cx="4899656" cy="414257"/>
            <a:chOff x="0" y="0"/>
            <a:chExt cx="6532874" cy="55234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32874" cy="552342"/>
            </a:xfrm>
            <a:custGeom>
              <a:avLst/>
              <a:gdLst/>
              <a:ahLst/>
              <a:cxnLst/>
              <a:rect r="r" b="b" t="t" l="l"/>
              <a:pathLst>
                <a:path h="552342" w="6532874">
                  <a:moveTo>
                    <a:pt x="0" y="0"/>
                  </a:moveTo>
                  <a:lnTo>
                    <a:pt x="6532874" y="0"/>
                  </a:lnTo>
                  <a:lnTo>
                    <a:pt x="6532874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42875"/>
              <a:ext cx="6532874" cy="69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Supply chain visibility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42798" y="7256633"/>
            <a:ext cx="271409" cy="271409"/>
            <a:chOff x="0" y="0"/>
            <a:chExt cx="361879" cy="36187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1879" cy="361879"/>
            </a:xfrm>
            <a:custGeom>
              <a:avLst/>
              <a:gdLst/>
              <a:ahLst/>
              <a:cxnLst/>
              <a:rect r="r" b="b" t="t" l="l"/>
              <a:pathLst>
                <a:path h="361879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61879"/>
                  </a:lnTo>
                  <a:lnTo>
                    <a:pt x="0" y="361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361879" cy="380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4"/>
                </a:lnSpc>
              </a:pPr>
              <a:r>
                <a:rPr lang="en-US" sz="2137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42798" y="7899445"/>
            <a:ext cx="271409" cy="271409"/>
            <a:chOff x="0" y="0"/>
            <a:chExt cx="361879" cy="36187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1879" cy="361879"/>
            </a:xfrm>
            <a:custGeom>
              <a:avLst/>
              <a:gdLst/>
              <a:ahLst/>
              <a:cxnLst/>
              <a:rect r="r" b="b" t="t" l="l"/>
              <a:pathLst>
                <a:path h="361879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61879"/>
                  </a:lnTo>
                  <a:lnTo>
                    <a:pt x="0" y="361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361879" cy="380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4"/>
                </a:lnSpc>
              </a:pPr>
              <a:r>
                <a:rPr lang="en-US" sz="2137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42798" y="8556541"/>
            <a:ext cx="271409" cy="271409"/>
            <a:chOff x="0" y="0"/>
            <a:chExt cx="361879" cy="36187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1879" cy="361879"/>
            </a:xfrm>
            <a:custGeom>
              <a:avLst/>
              <a:gdLst/>
              <a:ahLst/>
              <a:cxnLst/>
              <a:rect r="r" b="b" t="t" l="l"/>
              <a:pathLst>
                <a:path h="361879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61879"/>
                  </a:lnTo>
                  <a:lnTo>
                    <a:pt x="0" y="361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361879" cy="380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4"/>
                </a:lnSpc>
              </a:pPr>
              <a:r>
                <a:rPr lang="en-US" sz="2137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399550" y="7256633"/>
            <a:ext cx="271409" cy="271409"/>
            <a:chOff x="0" y="0"/>
            <a:chExt cx="361879" cy="36187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1879" cy="361879"/>
            </a:xfrm>
            <a:custGeom>
              <a:avLst/>
              <a:gdLst/>
              <a:ahLst/>
              <a:cxnLst/>
              <a:rect r="r" b="b" t="t" l="l"/>
              <a:pathLst>
                <a:path h="361879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61879"/>
                  </a:lnTo>
                  <a:lnTo>
                    <a:pt x="0" y="361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361879" cy="380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4"/>
                </a:lnSpc>
              </a:pPr>
              <a:r>
                <a:rPr lang="en-US" sz="2137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399550" y="7899445"/>
            <a:ext cx="271409" cy="271409"/>
            <a:chOff x="0" y="0"/>
            <a:chExt cx="361879" cy="36187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1879" cy="361879"/>
            </a:xfrm>
            <a:custGeom>
              <a:avLst/>
              <a:gdLst/>
              <a:ahLst/>
              <a:cxnLst/>
              <a:rect r="r" b="b" t="t" l="l"/>
              <a:pathLst>
                <a:path h="361879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61879"/>
                  </a:lnTo>
                  <a:lnTo>
                    <a:pt x="0" y="361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361879" cy="380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4"/>
                </a:lnSpc>
              </a:pPr>
              <a:r>
                <a:rPr lang="en-US" sz="2137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399550" y="8556541"/>
            <a:ext cx="271409" cy="271409"/>
            <a:chOff x="0" y="0"/>
            <a:chExt cx="361879" cy="36187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1879" cy="361879"/>
            </a:xfrm>
            <a:custGeom>
              <a:avLst/>
              <a:gdLst/>
              <a:ahLst/>
              <a:cxnLst/>
              <a:rect r="r" b="b" t="t" l="l"/>
              <a:pathLst>
                <a:path h="361879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61879"/>
                  </a:lnTo>
                  <a:lnTo>
                    <a:pt x="0" y="361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361879" cy="380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4"/>
                </a:lnSpc>
              </a:pPr>
              <a:r>
                <a:rPr lang="en-US" sz="2137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942018" y="7256633"/>
            <a:ext cx="271409" cy="271409"/>
            <a:chOff x="0" y="0"/>
            <a:chExt cx="361879" cy="36187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1879" cy="361879"/>
            </a:xfrm>
            <a:custGeom>
              <a:avLst/>
              <a:gdLst/>
              <a:ahLst/>
              <a:cxnLst/>
              <a:rect r="r" b="b" t="t" l="l"/>
              <a:pathLst>
                <a:path h="361879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61879"/>
                  </a:lnTo>
                  <a:lnTo>
                    <a:pt x="0" y="361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361879" cy="380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4"/>
                </a:lnSpc>
              </a:pPr>
              <a:r>
                <a:rPr lang="en-US" sz="2137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942018" y="7899445"/>
            <a:ext cx="271409" cy="271409"/>
            <a:chOff x="0" y="0"/>
            <a:chExt cx="361879" cy="36187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1879" cy="361879"/>
            </a:xfrm>
            <a:custGeom>
              <a:avLst/>
              <a:gdLst/>
              <a:ahLst/>
              <a:cxnLst/>
              <a:rect r="r" b="b" t="t" l="l"/>
              <a:pathLst>
                <a:path h="361879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61879"/>
                  </a:lnTo>
                  <a:lnTo>
                    <a:pt x="0" y="361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361879" cy="380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4"/>
                </a:lnSpc>
              </a:pPr>
              <a:r>
                <a:rPr lang="en-US" sz="2137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942018" y="8556541"/>
            <a:ext cx="271409" cy="271409"/>
            <a:chOff x="0" y="0"/>
            <a:chExt cx="361879" cy="36187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1879" cy="361879"/>
            </a:xfrm>
            <a:custGeom>
              <a:avLst/>
              <a:gdLst/>
              <a:ahLst/>
              <a:cxnLst/>
              <a:rect r="r" b="b" t="t" l="l"/>
              <a:pathLst>
                <a:path h="361879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61879"/>
                  </a:lnTo>
                  <a:lnTo>
                    <a:pt x="0" y="361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361879" cy="380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4"/>
                </a:lnSpc>
              </a:pPr>
              <a:r>
                <a:rPr lang="en-US" sz="2137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0D0A2C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0" t="0" r="-1020" b="-20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5645" y="2228415"/>
            <a:ext cx="16298854" cy="14285"/>
            <a:chOff x="0" y="0"/>
            <a:chExt cx="21731806" cy="190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31860" cy="19050"/>
            </a:xfrm>
            <a:custGeom>
              <a:avLst/>
              <a:gdLst/>
              <a:ahLst/>
              <a:cxnLst/>
              <a:rect r="r" b="b" t="t" l="l"/>
              <a:pathLst>
                <a:path h="19050" w="21731860">
                  <a:moveTo>
                    <a:pt x="0" y="0"/>
                  </a:moveTo>
                  <a:lnTo>
                    <a:pt x="21731860" y="0"/>
                  </a:lnTo>
                  <a:lnTo>
                    <a:pt x="2173186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864155" y="1907009"/>
            <a:ext cx="642812" cy="642812"/>
            <a:chOff x="0" y="0"/>
            <a:chExt cx="857083" cy="8570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838073" cy="838073"/>
            </a:xfrm>
            <a:custGeom>
              <a:avLst/>
              <a:gdLst/>
              <a:ahLst/>
              <a:cxnLst/>
              <a:rect r="r" b="b" t="t" l="l"/>
              <a:pathLst>
                <a:path h="838073" w="838073">
                  <a:moveTo>
                    <a:pt x="0" y="0"/>
                  </a:moveTo>
                  <a:lnTo>
                    <a:pt x="838073" y="0"/>
                  </a:lnTo>
                  <a:lnTo>
                    <a:pt x="838073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7123" cy="857123"/>
            </a:xfrm>
            <a:custGeom>
              <a:avLst/>
              <a:gdLst/>
              <a:ahLst/>
              <a:cxnLst/>
              <a:rect r="r" b="b" t="t" l="l"/>
              <a:pathLst>
                <a:path h="857123" w="857123">
                  <a:moveTo>
                    <a:pt x="9525" y="0"/>
                  </a:moveTo>
                  <a:lnTo>
                    <a:pt x="847598" y="0"/>
                  </a:lnTo>
                  <a:cubicBezTo>
                    <a:pt x="852805" y="0"/>
                    <a:pt x="857123" y="4318"/>
                    <a:pt x="857123" y="9525"/>
                  </a:cubicBezTo>
                  <a:lnTo>
                    <a:pt x="857123" y="847598"/>
                  </a:lnTo>
                  <a:cubicBezTo>
                    <a:pt x="857123" y="852805"/>
                    <a:pt x="852805" y="857123"/>
                    <a:pt x="847598" y="857123"/>
                  </a:cubicBezTo>
                  <a:lnTo>
                    <a:pt x="9525" y="857123"/>
                  </a:lnTo>
                  <a:cubicBezTo>
                    <a:pt x="4318" y="857123"/>
                    <a:pt x="0" y="852805"/>
                    <a:pt x="0" y="847598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47598"/>
                  </a:lnTo>
                  <a:lnTo>
                    <a:pt x="9525" y="847598"/>
                  </a:lnTo>
                  <a:lnTo>
                    <a:pt x="9525" y="838073"/>
                  </a:lnTo>
                  <a:lnTo>
                    <a:pt x="847598" y="838073"/>
                  </a:lnTo>
                  <a:lnTo>
                    <a:pt x="847598" y="847598"/>
                  </a:lnTo>
                  <a:lnTo>
                    <a:pt x="838073" y="847598"/>
                  </a:lnTo>
                  <a:lnTo>
                    <a:pt x="838073" y="9525"/>
                  </a:lnTo>
                  <a:lnTo>
                    <a:pt x="847598" y="9525"/>
                  </a:lnTo>
                  <a:lnTo>
                    <a:pt x="84759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185561" y="2228415"/>
            <a:ext cx="14285" cy="842798"/>
            <a:chOff x="0" y="0"/>
            <a:chExt cx="19046" cy="11237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50" cy="1123696"/>
            </a:xfrm>
            <a:custGeom>
              <a:avLst/>
              <a:gdLst/>
              <a:ahLst/>
              <a:cxnLst/>
              <a:rect r="r" b="b" t="t" l="l"/>
              <a:pathLst>
                <a:path h="1123696" w="19050">
                  <a:moveTo>
                    <a:pt x="0" y="0"/>
                  </a:moveTo>
                  <a:lnTo>
                    <a:pt x="19050" y="0"/>
                  </a:lnTo>
                  <a:lnTo>
                    <a:pt x="19050" y="1123696"/>
                  </a:lnTo>
                  <a:lnTo>
                    <a:pt x="0" y="1123696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4649673" y="1907009"/>
            <a:ext cx="642812" cy="642812"/>
            <a:chOff x="0" y="0"/>
            <a:chExt cx="857083" cy="8570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9525" y="9525"/>
              <a:ext cx="838073" cy="838073"/>
            </a:xfrm>
            <a:custGeom>
              <a:avLst/>
              <a:gdLst/>
              <a:ahLst/>
              <a:cxnLst/>
              <a:rect r="r" b="b" t="t" l="l"/>
              <a:pathLst>
                <a:path h="838073" w="838073">
                  <a:moveTo>
                    <a:pt x="0" y="0"/>
                  </a:moveTo>
                  <a:lnTo>
                    <a:pt x="838073" y="0"/>
                  </a:lnTo>
                  <a:lnTo>
                    <a:pt x="838073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7123" cy="857123"/>
            </a:xfrm>
            <a:custGeom>
              <a:avLst/>
              <a:gdLst/>
              <a:ahLst/>
              <a:cxnLst/>
              <a:rect r="r" b="b" t="t" l="l"/>
              <a:pathLst>
                <a:path h="857123" w="857123">
                  <a:moveTo>
                    <a:pt x="9525" y="0"/>
                  </a:moveTo>
                  <a:lnTo>
                    <a:pt x="847598" y="0"/>
                  </a:lnTo>
                  <a:cubicBezTo>
                    <a:pt x="852805" y="0"/>
                    <a:pt x="857123" y="4318"/>
                    <a:pt x="857123" y="9525"/>
                  </a:cubicBezTo>
                  <a:lnTo>
                    <a:pt x="857123" y="847598"/>
                  </a:lnTo>
                  <a:cubicBezTo>
                    <a:pt x="857123" y="852805"/>
                    <a:pt x="852805" y="857123"/>
                    <a:pt x="847598" y="857123"/>
                  </a:cubicBezTo>
                  <a:lnTo>
                    <a:pt x="9525" y="857123"/>
                  </a:lnTo>
                  <a:cubicBezTo>
                    <a:pt x="4318" y="857123"/>
                    <a:pt x="0" y="852805"/>
                    <a:pt x="0" y="847598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47598"/>
                  </a:lnTo>
                  <a:lnTo>
                    <a:pt x="9525" y="847598"/>
                  </a:lnTo>
                  <a:lnTo>
                    <a:pt x="9525" y="838073"/>
                  </a:lnTo>
                  <a:lnTo>
                    <a:pt x="847598" y="838073"/>
                  </a:lnTo>
                  <a:lnTo>
                    <a:pt x="847598" y="847598"/>
                  </a:lnTo>
                  <a:lnTo>
                    <a:pt x="838073" y="847598"/>
                  </a:lnTo>
                  <a:lnTo>
                    <a:pt x="838073" y="9525"/>
                  </a:lnTo>
                  <a:lnTo>
                    <a:pt x="847598" y="9525"/>
                  </a:lnTo>
                  <a:lnTo>
                    <a:pt x="84759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956794" y="2228415"/>
            <a:ext cx="14285" cy="842798"/>
            <a:chOff x="0" y="0"/>
            <a:chExt cx="19046" cy="11237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" cy="1123696"/>
            </a:xfrm>
            <a:custGeom>
              <a:avLst/>
              <a:gdLst/>
              <a:ahLst/>
              <a:cxnLst/>
              <a:rect r="r" b="b" t="t" l="l"/>
              <a:pathLst>
                <a:path h="1123696" w="19050">
                  <a:moveTo>
                    <a:pt x="0" y="0"/>
                  </a:moveTo>
                  <a:lnTo>
                    <a:pt x="19050" y="0"/>
                  </a:lnTo>
                  <a:lnTo>
                    <a:pt x="19050" y="1123696"/>
                  </a:lnTo>
                  <a:lnTo>
                    <a:pt x="0" y="1123696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420907" y="1907009"/>
            <a:ext cx="642812" cy="642812"/>
            <a:chOff x="0" y="0"/>
            <a:chExt cx="857083" cy="8570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9525" y="9525"/>
              <a:ext cx="838073" cy="838073"/>
            </a:xfrm>
            <a:custGeom>
              <a:avLst/>
              <a:gdLst/>
              <a:ahLst/>
              <a:cxnLst/>
              <a:rect r="r" b="b" t="t" l="l"/>
              <a:pathLst>
                <a:path h="838073" w="838073">
                  <a:moveTo>
                    <a:pt x="0" y="0"/>
                  </a:moveTo>
                  <a:lnTo>
                    <a:pt x="838073" y="0"/>
                  </a:lnTo>
                  <a:lnTo>
                    <a:pt x="838073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7123" cy="857123"/>
            </a:xfrm>
            <a:custGeom>
              <a:avLst/>
              <a:gdLst/>
              <a:ahLst/>
              <a:cxnLst/>
              <a:rect r="r" b="b" t="t" l="l"/>
              <a:pathLst>
                <a:path h="857123" w="857123">
                  <a:moveTo>
                    <a:pt x="9525" y="0"/>
                  </a:moveTo>
                  <a:lnTo>
                    <a:pt x="847598" y="0"/>
                  </a:lnTo>
                  <a:cubicBezTo>
                    <a:pt x="852805" y="0"/>
                    <a:pt x="857123" y="4318"/>
                    <a:pt x="857123" y="9525"/>
                  </a:cubicBezTo>
                  <a:lnTo>
                    <a:pt x="857123" y="847598"/>
                  </a:lnTo>
                  <a:cubicBezTo>
                    <a:pt x="857123" y="852805"/>
                    <a:pt x="852805" y="857123"/>
                    <a:pt x="847598" y="857123"/>
                  </a:cubicBezTo>
                  <a:lnTo>
                    <a:pt x="9525" y="857123"/>
                  </a:lnTo>
                  <a:cubicBezTo>
                    <a:pt x="4318" y="857123"/>
                    <a:pt x="0" y="852805"/>
                    <a:pt x="0" y="847598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47598"/>
                  </a:lnTo>
                  <a:lnTo>
                    <a:pt x="9525" y="847598"/>
                  </a:lnTo>
                  <a:lnTo>
                    <a:pt x="9525" y="838073"/>
                  </a:lnTo>
                  <a:lnTo>
                    <a:pt x="847598" y="838073"/>
                  </a:lnTo>
                  <a:lnTo>
                    <a:pt x="847598" y="847598"/>
                  </a:lnTo>
                  <a:lnTo>
                    <a:pt x="838073" y="847598"/>
                  </a:lnTo>
                  <a:lnTo>
                    <a:pt x="838073" y="9525"/>
                  </a:lnTo>
                  <a:lnTo>
                    <a:pt x="847598" y="9525"/>
                  </a:lnTo>
                  <a:lnTo>
                    <a:pt x="84759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728028" y="2228415"/>
            <a:ext cx="14285" cy="842798"/>
            <a:chOff x="0" y="0"/>
            <a:chExt cx="19046" cy="11237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050" cy="1123696"/>
            </a:xfrm>
            <a:custGeom>
              <a:avLst/>
              <a:gdLst/>
              <a:ahLst/>
              <a:cxnLst/>
              <a:rect r="r" b="b" t="t" l="l"/>
              <a:pathLst>
                <a:path h="1123696" w="19050">
                  <a:moveTo>
                    <a:pt x="0" y="0"/>
                  </a:moveTo>
                  <a:lnTo>
                    <a:pt x="19050" y="0"/>
                  </a:lnTo>
                  <a:lnTo>
                    <a:pt x="19050" y="1123696"/>
                  </a:lnTo>
                  <a:lnTo>
                    <a:pt x="0" y="1123696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192141" y="1907009"/>
            <a:ext cx="642812" cy="642812"/>
            <a:chOff x="0" y="0"/>
            <a:chExt cx="857083" cy="8570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9525" y="9525"/>
              <a:ext cx="838073" cy="838073"/>
            </a:xfrm>
            <a:custGeom>
              <a:avLst/>
              <a:gdLst/>
              <a:ahLst/>
              <a:cxnLst/>
              <a:rect r="r" b="b" t="t" l="l"/>
              <a:pathLst>
                <a:path h="838073" w="838073">
                  <a:moveTo>
                    <a:pt x="0" y="0"/>
                  </a:moveTo>
                  <a:lnTo>
                    <a:pt x="838073" y="0"/>
                  </a:lnTo>
                  <a:lnTo>
                    <a:pt x="838073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7123" cy="857123"/>
            </a:xfrm>
            <a:custGeom>
              <a:avLst/>
              <a:gdLst/>
              <a:ahLst/>
              <a:cxnLst/>
              <a:rect r="r" b="b" t="t" l="l"/>
              <a:pathLst>
                <a:path h="857123" w="857123">
                  <a:moveTo>
                    <a:pt x="9525" y="0"/>
                  </a:moveTo>
                  <a:lnTo>
                    <a:pt x="847598" y="0"/>
                  </a:lnTo>
                  <a:cubicBezTo>
                    <a:pt x="852805" y="0"/>
                    <a:pt x="857123" y="4318"/>
                    <a:pt x="857123" y="9525"/>
                  </a:cubicBezTo>
                  <a:lnTo>
                    <a:pt x="857123" y="847598"/>
                  </a:lnTo>
                  <a:cubicBezTo>
                    <a:pt x="857123" y="852805"/>
                    <a:pt x="852805" y="857123"/>
                    <a:pt x="847598" y="857123"/>
                  </a:cubicBezTo>
                  <a:lnTo>
                    <a:pt x="9525" y="857123"/>
                  </a:lnTo>
                  <a:cubicBezTo>
                    <a:pt x="4318" y="857123"/>
                    <a:pt x="0" y="852805"/>
                    <a:pt x="0" y="847598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47598"/>
                  </a:lnTo>
                  <a:lnTo>
                    <a:pt x="9525" y="847598"/>
                  </a:lnTo>
                  <a:lnTo>
                    <a:pt x="9525" y="838073"/>
                  </a:lnTo>
                  <a:lnTo>
                    <a:pt x="847598" y="838073"/>
                  </a:lnTo>
                  <a:lnTo>
                    <a:pt x="847598" y="847598"/>
                  </a:lnTo>
                  <a:lnTo>
                    <a:pt x="838073" y="847598"/>
                  </a:lnTo>
                  <a:lnTo>
                    <a:pt x="838073" y="9525"/>
                  </a:lnTo>
                  <a:lnTo>
                    <a:pt x="847598" y="9525"/>
                  </a:lnTo>
                  <a:lnTo>
                    <a:pt x="84759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513547" y="2228415"/>
            <a:ext cx="14285" cy="842798"/>
            <a:chOff x="0" y="0"/>
            <a:chExt cx="19046" cy="11237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" cy="1123696"/>
            </a:xfrm>
            <a:custGeom>
              <a:avLst/>
              <a:gdLst/>
              <a:ahLst/>
              <a:cxnLst/>
              <a:rect r="r" b="b" t="t" l="l"/>
              <a:pathLst>
                <a:path h="1123696" w="19050">
                  <a:moveTo>
                    <a:pt x="0" y="0"/>
                  </a:moveTo>
                  <a:lnTo>
                    <a:pt x="19050" y="0"/>
                  </a:lnTo>
                  <a:lnTo>
                    <a:pt x="19050" y="1123696"/>
                  </a:lnTo>
                  <a:lnTo>
                    <a:pt x="0" y="1123696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977659" y="1907009"/>
            <a:ext cx="642812" cy="642812"/>
            <a:chOff x="0" y="0"/>
            <a:chExt cx="857083" cy="8570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9525" y="9525"/>
              <a:ext cx="838073" cy="838073"/>
            </a:xfrm>
            <a:custGeom>
              <a:avLst/>
              <a:gdLst/>
              <a:ahLst/>
              <a:cxnLst/>
              <a:rect r="r" b="b" t="t" l="l"/>
              <a:pathLst>
                <a:path h="838073" w="838073">
                  <a:moveTo>
                    <a:pt x="0" y="0"/>
                  </a:moveTo>
                  <a:lnTo>
                    <a:pt x="838073" y="0"/>
                  </a:lnTo>
                  <a:lnTo>
                    <a:pt x="838073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7123" cy="857123"/>
            </a:xfrm>
            <a:custGeom>
              <a:avLst/>
              <a:gdLst/>
              <a:ahLst/>
              <a:cxnLst/>
              <a:rect r="r" b="b" t="t" l="l"/>
              <a:pathLst>
                <a:path h="857123" w="857123">
                  <a:moveTo>
                    <a:pt x="9525" y="0"/>
                  </a:moveTo>
                  <a:lnTo>
                    <a:pt x="847598" y="0"/>
                  </a:lnTo>
                  <a:cubicBezTo>
                    <a:pt x="852805" y="0"/>
                    <a:pt x="857123" y="4318"/>
                    <a:pt x="857123" y="9525"/>
                  </a:cubicBezTo>
                  <a:lnTo>
                    <a:pt x="857123" y="847598"/>
                  </a:lnTo>
                  <a:cubicBezTo>
                    <a:pt x="857123" y="852805"/>
                    <a:pt x="852805" y="857123"/>
                    <a:pt x="847598" y="857123"/>
                  </a:cubicBezTo>
                  <a:lnTo>
                    <a:pt x="9525" y="857123"/>
                  </a:lnTo>
                  <a:cubicBezTo>
                    <a:pt x="4318" y="857123"/>
                    <a:pt x="0" y="852805"/>
                    <a:pt x="0" y="847598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47598"/>
                  </a:lnTo>
                  <a:lnTo>
                    <a:pt x="9525" y="847598"/>
                  </a:lnTo>
                  <a:lnTo>
                    <a:pt x="9525" y="838073"/>
                  </a:lnTo>
                  <a:lnTo>
                    <a:pt x="847598" y="838073"/>
                  </a:lnTo>
                  <a:lnTo>
                    <a:pt x="847598" y="847598"/>
                  </a:lnTo>
                  <a:lnTo>
                    <a:pt x="838073" y="847598"/>
                  </a:lnTo>
                  <a:lnTo>
                    <a:pt x="838073" y="9525"/>
                  </a:lnTo>
                  <a:lnTo>
                    <a:pt x="847598" y="9525"/>
                  </a:lnTo>
                  <a:lnTo>
                    <a:pt x="84759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284780" y="2228415"/>
            <a:ext cx="14285" cy="842798"/>
            <a:chOff x="0" y="0"/>
            <a:chExt cx="19046" cy="11237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050" cy="1123696"/>
            </a:xfrm>
            <a:custGeom>
              <a:avLst/>
              <a:gdLst/>
              <a:ahLst/>
              <a:cxnLst/>
              <a:rect r="r" b="b" t="t" l="l"/>
              <a:pathLst>
                <a:path h="1123696" w="19050">
                  <a:moveTo>
                    <a:pt x="0" y="0"/>
                  </a:moveTo>
                  <a:lnTo>
                    <a:pt x="19050" y="0"/>
                  </a:lnTo>
                  <a:lnTo>
                    <a:pt x="19050" y="1123696"/>
                  </a:lnTo>
                  <a:lnTo>
                    <a:pt x="0" y="1123696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5748893" y="1907009"/>
            <a:ext cx="642812" cy="642812"/>
            <a:chOff x="0" y="0"/>
            <a:chExt cx="857083" cy="8570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9525" y="9525"/>
              <a:ext cx="838073" cy="838073"/>
            </a:xfrm>
            <a:custGeom>
              <a:avLst/>
              <a:gdLst/>
              <a:ahLst/>
              <a:cxnLst/>
              <a:rect r="r" b="b" t="t" l="l"/>
              <a:pathLst>
                <a:path h="838073" w="838073">
                  <a:moveTo>
                    <a:pt x="0" y="0"/>
                  </a:moveTo>
                  <a:lnTo>
                    <a:pt x="838073" y="0"/>
                  </a:lnTo>
                  <a:lnTo>
                    <a:pt x="838073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DFE2E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7123" cy="857123"/>
            </a:xfrm>
            <a:custGeom>
              <a:avLst/>
              <a:gdLst/>
              <a:ahLst/>
              <a:cxnLst/>
              <a:rect r="r" b="b" t="t" l="l"/>
              <a:pathLst>
                <a:path h="857123" w="857123">
                  <a:moveTo>
                    <a:pt x="9525" y="0"/>
                  </a:moveTo>
                  <a:lnTo>
                    <a:pt x="847598" y="0"/>
                  </a:lnTo>
                  <a:cubicBezTo>
                    <a:pt x="852805" y="0"/>
                    <a:pt x="857123" y="4318"/>
                    <a:pt x="857123" y="9525"/>
                  </a:cubicBezTo>
                  <a:lnTo>
                    <a:pt x="857123" y="847598"/>
                  </a:lnTo>
                  <a:cubicBezTo>
                    <a:pt x="857123" y="852805"/>
                    <a:pt x="852805" y="857123"/>
                    <a:pt x="847598" y="857123"/>
                  </a:cubicBezTo>
                  <a:lnTo>
                    <a:pt x="9525" y="857123"/>
                  </a:lnTo>
                  <a:cubicBezTo>
                    <a:pt x="4318" y="857123"/>
                    <a:pt x="0" y="852805"/>
                    <a:pt x="0" y="847598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47598"/>
                  </a:lnTo>
                  <a:lnTo>
                    <a:pt x="9525" y="847598"/>
                  </a:lnTo>
                  <a:lnTo>
                    <a:pt x="9525" y="838073"/>
                  </a:lnTo>
                  <a:lnTo>
                    <a:pt x="847598" y="838073"/>
                  </a:lnTo>
                  <a:lnTo>
                    <a:pt x="847598" y="847598"/>
                  </a:lnTo>
                  <a:lnTo>
                    <a:pt x="838073" y="847598"/>
                  </a:lnTo>
                  <a:lnTo>
                    <a:pt x="838073" y="9525"/>
                  </a:lnTo>
                  <a:lnTo>
                    <a:pt x="847598" y="9525"/>
                  </a:lnTo>
                  <a:lnTo>
                    <a:pt x="84759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6056014" y="2228415"/>
            <a:ext cx="14285" cy="842798"/>
            <a:chOff x="0" y="0"/>
            <a:chExt cx="19046" cy="11237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050" cy="1123696"/>
            </a:xfrm>
            <a:custGeom>
              <a:avLst/>
              <a:gdLst/>
              <a:ahLst/>
              <a:cxnLst/>
              <a:rect r="r" b="b" t="t" l="l"/>
              <a:pathLst>
                <a:path h="1123696" w="19050">
                  <a:moveTo>
                    <a:pt x="0" y="0"/>
                  </a:moveTo>
                  <a:lnTo>
                    <a:pt x="19050" y="0"/>
                  </a:lnTo>
                  <a:lnTo>
                    <a:pt x="19050" y="1123696"/>
                  </a:lnTo>
                  <a:lnTo>
                    <a:pt x="0" y="1123696"/>
                  </a:lnTo>
                  <a:close/>
                </a:path>
              </a:pathLst>
            </a:custGeom>
            <a:solidFill>
              <a:srgbClr val="9FAD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85645" y="914221"/>
            <a:ext cx="16298854" cy="671381"/>
            <a:chOff x="0" y="0"/>
            <a:chExt cx="21731806" cy="8951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731805" cy="895175"/>
            </a:xfrm>
            <a:custGeom>
              <a:avLst/>
              <a:gdLst/>
              <a:ahLst/>
              <a:cxnLst/>
              <a:rect r="r" b="b" t="t" l="l"/>
              <a:pathLst>
                <a:path h="895175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895175"/>
                  </a:lnTo>
                  <a:lnTo>
                    <a:pt x="0" y="8951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42875"/>
              <a:ext cx="21731806" cy="103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16"/>
                </a:lnSpc>
              </a:pPr>
              <a:r>
                <a:rPr lang="en-US" sz="438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Future Enhancements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128422" y="2028429"/>
            <a:ext cx="342833" cy="414257"/>
            <a:chOff x="0" y="0"/>
            <a:chExt cx="457111" cy="55234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7111" cy="552342"/>
            </a:xfrm>
            <a:custGeom>
              <a:avLst/>
              <a:gdLst/>
              <a:ahLst/>
              <a:cxnLst/>
              <a:rect r="r" b="b" t="t" l="l"/>
              <a:pathLst>
                <a:path h="552342" w="457111">
                  <a:moveTo>
                    <a:pt x="0" y="0"/>
                  </a:moveTo>
                  <a:lnTo>
                    <a:pt x="457111" y="0"/>
                  </a:lnTo>
                  <a:lnTo>
                    <a:pt x="457111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457111" cy="638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sz="2699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71339" y="3285483"/>
            <a:ext cx="1842728" cy="2028429"/>
            <a:chOff x="0" y="0"/>
            <a:chExt cx="2456970" cy="27045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56970" cy="2704572"/>
            </a:xfrm>
            <a:custGeom>
              <a:avLst/>
              <a:gdLst/>
              <a:ahLst/>
              <a:cxnLst/>
              <a:rect r="r" b="b" t="t" l="l"/>
              <a:pathLst>
                <a:path h="2704572" w="2456970">
                  <a:moveTo>
                    <a:pt x="0" y="0"/>
                  </a:moveTo>
                  <a:lnTo>
                    <a:pt x="2456970" y="0"/>
                  </a:lnTo>
                  <a:lnTo>
                    <a:pt x="2456970" y="2704572"/>
                  </a:lnTo>
                  <a:lnTo>
                    <a:pt x="0" y="2704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0"/>
              <a:ext cx="2456970" cy="2799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Mobile App Development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871086" y="2028429"/>
            <a:ext cx="342833" cy="414257"/>
            <a:chOff x="0" y="0"/>
            <a:chExt cx="457111" cy="55234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7111" cy="552342"/>
            </a:xfrm>
            <a:custGeom>
              <a:avLst/>
              <a:gdLst/>
              <a:ahLst/>
              <a:cxnLst/>
              <a:rect r="r" b="b" t="t" l="l"/>
              <a:pathLst>
                <a:path h="552342" w="457111">
                  <a:moveTo>
                    <a:pt x="0" y="0"/>
                  </a:moveTo>
                  <a:lnTo>
                    <a:pt x="457111" y="0"/>
                  </a:lnTo>
                  <a:lnTo>
                    <a:pt x="457111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457111" cy="638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sz="2699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042573" y="3285483"/>
            <a:ext cx="1842728" cy="2542678"/>
            <a:chOff x="0" y="0"/>
            <a:chExt cx="2456970" cy="339023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56970" cy="3390238"/>
            </a:xfrm>
            <a:custGeom>
              <a:avLst/>
              <a:gdLst/>
              <a:ahLst/>
              <a:cxnLst/>
              <a:rect r="r" b="b" t="t" l="l"/>
              <a:pathLst>
                <a:path h="3390238" w="2456970">
                  <a:moveTo>
                    <a:pt x="0" y="0"/>
                  </a:moveTo>
                  <a:lnTo>
                    <a:pt x="2456970" y="0"/>
                  </a:lnTo>
                  <a:lnTo>
                    <a:pt x="2456970" y="3390238"/>
                  </a:lnTo>
                  <a:lnTo>
                    <a:pt x="0" y="33902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0"/>
              <a:ext cx="2456970" cy="348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AI-Powered Analytics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642320" y="2028429"/>
            <a:ext cx="342833" cy="414257"/>
            <a:chOff x="0" y="0"/>
            <a:chExt cx="457111" cy="55234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57111" cy="552342"/>
            </a:xfrm>
            <a:custGeom>
              <a:avLst/>
              <a:gdLst/>
              <a:ahLst/>
              <a:cxnLst/>
              <a:rect r="r" b="b" t="t" l="l"/>
              <a:pathLst>
                <a:path h="552342" w="457111">
                  <a:moveTo>
                    <a:pt x="0" y="0"/>
                  </a:moveTo>
                  <a:lnTo>
                    <a:pt x="457111" y="0"/>
                  </a:lnTo>
                  <a:lnTo>
                    <a:pt x="457111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85725"/>
              <a:ext cx="457111" cy="638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sz="2699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813807" y="3285483"/>
            <a:ext cx="1842728" cy="1528464"/>
            <a:chOff x="0" y="0"/>
            <a:chExt cx="2456970" cy="20379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56970" cy="2037952"/>
            </a:xfrm>
            <a:custGeom>
              <a:avLst/>
              <a:gdLst/>
              <a:ahLst/>
              <a:cxnLst/>
              <a:rect r="r" b="b" t="t" l="l"/>
              <a:pathLst>
                <a:path h="2037952" w="2456970">
                  <a:moveTo>
                    <a:pt x="0" y="0"/>
                  </a:moveTo>
                  <a:lnTo>
                    <a:pt x="2456970" y="0"/>
                  </a:lnTo>
                  <a:lnTo>
                    <a:pt x="2456970" y="2037952"/>
                  </a:lnTo>
                  <a:lnTo>
                    <a:pt x="0" y="20379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0"/>
              <a:ext cx="2456970" cy="2133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IoT Integration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399269" y="2028429"/>
            <a:ext cx="342833" cy="414257"/>
            <a:chOff x="0" y="0"/>
            <a:chExt cx="457111" cy="55234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57111" cy="552342"/>
            </a:xfrm>
            <a:custGeom>
              <a:avLst/>
              <a:gdLst/>
              <a:ahLst/>
              <a:cxnLst/>
              <a:rect r="r" b="b" t="t" l="l"/>
              <a:pathLst>
                <a:path h="552342" w="457111">
                  <a:moveTo>
                    <a:pt x="0" y="0"/>
                  </a:moveTo>
                  <a:lnTo>
                    <a:pt x="457111" y="0"/>
                  </a:lnTo>
                  <a:lnTo>
                    <a:pt x="457111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85725"/>
              <a:ext cx="457111" cy="638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sz="2699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99325" y="3285483"/>
            <a:ext cx="1842728" cy="1528464"/>
            <a:chOff x="0" y="0"/>
            <a:chExt cx="2456970" cy="20379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56970" cy="2037952"/>
            </a:xfrm>
            <a:custGeom>
              <a:avLst/>
              <a:gdLst/>
              <a:ahLst/>
              <a:cxnLst/>
              <a:rect r="r" b="b" t="t" l="l"/>
              <a:pathLst>
                <a:path h="2037952" w="2456970">
                  <a:moveTo>
                    <a:pt x="0" y="0"/>
                  </a:moveTo>
                  <a:lnTo>
                    <a:pt x="2456970" y="0"/>
                  </a:lnTo>
                  <a:lnTo>
                    <a:pt x="2456970" y="2037952"/>
                  </a:lnTo>
                  <a:lnTo>
                    <a:pt x="0" y="20379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0"/>
              <a:ext cx="2456970" cy="2133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Blockchain Security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184787" y="2028429"/>
            <a:ext cx="342833" cy="414257"/>
            <a:chOff x="0" y="0"/>
            <a:chExt cx="457111" cy="55234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57111" cy="552342"/>
            </a:xfrm>
            <a:custGeom>
              <a:avLst/>
              <a:gdLst/>
              <a:ahLst/>
              <a:cxnLst/>
              <a:rect r="r" b="b" t="t" l="l"/>
              <a:pathLst>
                <a:path h="552342" w="457111">
                  <a:moveTo>
                    <a:pt x="0" y="0"/>
                  </a:moveTo>
                  <a:lnTo>
                    <a:pt x="457111" y="0"/>
                  </a:lnTo>
                  <a:lnTo>
                    <a:pt x="457111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85725"/>
              <a:ext cx="457111" cy="638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sz="2699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370559" y="3285483"/>
            <a:ext cx="1842728" cy="2028429"/>
            <a:chOff x="0" y="0"/>
            <a:chExt cx="2456970" cy="27045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56970" cy="2704572"/>
            </a:xfrm>
            <a:custGeom>
              <a:avLst/>
              <a:gdLst/>
              <a:ahLst/>
              <a:cxnLst/>
              <a:rect r="r" b="b" t="t" l="l"/>
              <a:pathLst>
                <a:path h="2704572" w="2456970">
                  <a:moveTo>
                    <a:pt x="0" y="0"/>
                  </a:moveTo>
                  <a:lnTo>
                    <a:pt x="2456970" y="0"/>
                  </a:lnTo>
                  <a:lnTo>
                    <a:pt x="2456970" y="2704572"/>
                  </a:lnTo>
                  <a:lnTo>
                    <a:pt x="0" y="2704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0"/>
              <a:ext cx="2456970" cy="2799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Multi-Warehouse Support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5956021" y="2028429"/>
            <a:ext cx="342833" cy="414257"/>
            <a:chOff x="0" y="0"/>
            <a:chExt cx="457111" cy="55234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57111" cy="552342"/>
            </a:xfrm>
            <a:custGeom>
              <a:avLst/>
              <a:gdLst/>
              <a:ahLst/>
              <a:cxnLst/>
              <a:rect r="r" b="b" t="t" l="l"/>
              <a:pathLst>
                <a:path h="552342" w="457111">
                  <a:moveTo>
                    <a:pt x="0" y="0"/>
                  </a:moveTo>
                  <a:lnTo>
                    <a:pt x="457111" y="0"/>
                  </a:lnTo>
                  <a:lnTo>
                    <a:pt x="457111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85725"/>
              <a:ext cx="457111" cy="638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sz="2699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5141793" y="3285483"/>
            <a:ext cx="1842728" cy="3056928"/>
            <a:chOff x="0" y="0"/>
            <a:chExt cx="2456970" cy="407590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456970" cy="4075904"/>
            </a:xfrm>
            <a:custGeom>
              <a:avLst/>
              <a:gdLst/>
              <a:ahLst/>
              <a:cxnLst/>
              <a:rect r="r" b="b" t="t" l="l"/>
              <a:pathLst>
                <a:path h="4075904" w="2456970">
                  <a:moveTo>
                    <a:pt x="0" y="0"/>
                  </a:moveTo>
                  <a:lnTo>
                    <a:pt x="2456970" y="0"/>
                  </a:lnTo>
                  <a:lnTo>
                    <a:pt x="2456970" y="4075904"/>
                  </a:lnTo>
                  <a:lnTo>
                    <a:pt x="0" y="40759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0"/>
              <a:ext cx="2456970" cy="4171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Advanced Reporting Dashboard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71339" y="5528183"/>
            <a:ext cx="1842728" cy="3814018"/>
            <a:chOff x="0" y="0"/>
            <a:chExt cx="2456970" cy="508535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456970" cy="5085357"/>
            </a:xfrm>
            <a:custGeom>
              <a:avLst/>
              <a:gdLst/>
              <a:ahLst/>
              <a:cxnLst/>
              <a:rect r="r" b="b" t="t" l="l"/>
              <a:pathLst>
                <a:path h="5085357" w="2456970">
                  <a:moveTo>
                    <a:pt x="0" y="0"/>
                  </a:moveTo>
                  <a:lnTo>
                    <a:pt x="2456970" y="0"/>
                  </a:lnTo>
                  <a:lnTo>
                    <a:pt x="2456970" y="5085357"/>
                  </a:lnTo>
                  <a:lnTo>
                    <a:pt x="0" y="5085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42875"/>
              <a:ext cx="2456970" cy="5228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React Native based cross-platform mobile application for inventory management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4042573" y="6042432"/>
            <a:ext cx="1842728" cy="2971220"/>
            <a:chOff x="0" y="0"/>
            <a:chExt cx="2456970" cy="396162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56970" cy="3961626"/>
            </a:xfrm>
            <a:custGeom>
              <a:avLst/>
              <a:gdLst/>
              <a:ahLst/>
              <a:cxnLst/>
              <a:rect r="r" b="b" t="t" l="l"/>
              <a:pathLst>
                <a:path h="3961626" w="2456970">
                  <a:moveTo>
                    <a:pt x="0" y="0"/>
                  </a:moveTo>
                  <a:lnTo>
                    <a:pt x="2456970" y="0"/>
                  </a:lnTo>
                  <a:lnTo>
                    <a:pt x="2456970" y="3961626"/>
                  </a:lnTo>
                  <a:lnTo>
                    <a:pt x="0" y="39616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42875"/>
              <a:ext cx="2456970" cy="4104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Predictive inventory forecasting using machine learning algorithms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813807" y="5013933"/>
            <a:ext cx="1842728" cy="2542678"/>
            <a:chOff x="0" y="0"/>
            <a:chExt cx="2456970" cy="339023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56970" cy="3390238"/>
            </a:xfrm>
            <a:custGeom>
              <a:avLst/>
              <a:gdLst/>
              <a:ahLst/>
              <a:cxnLst/>
              <a:rect r="r" b="b" t="t" l="l"/>
              <a:pathLst>
                <a:path h="3390238" w="2456970">
                  <a:moveTo>
                    <a:pt x="0" y="0"/>
                  </a:moveTo>
                  <a:lnTo>
                    <a:pt x="2456970" y="0"/>
                  </a:lnTo>
                  <a:lnTo>
                    <a:pt x="2456970" y="3390238"/>
                  </a:lnTo>
                  <a:lnTo>
                    <a:pt x="0" y="33902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42875"/>
              <a:ext cx="2456970" cy="3533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RFID tracking system for real-time inventory monitoring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599325" y="5013933"/>
            <a:ext cx="1842728" cy="2971220"/>
            <a:chOff x="0" y="0"/>
            <a:chExt cx="2456970" cy="396162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56970" cy="3961626"/>
            </a:xfrm>
            <a:custGeom>
              <a:avLst/>
              <a:gdLst/>
              <a:ahLst/>
              <a:cxnLst/>
              <a:rect r="r" b="b" t="t" l="l"/>
              <a:pathLst>
                <a:path h="3961626" w="2456970">
                  <a:moveTo>
                    <a:pt x="0" y="0"/>
                  </a:moveTo>
                  <a:lnTo>
                    <a:pt x="2456970" y="0"/>
                  </a:lnTo>
                  <a:lnTo>
                    <a:pt x="2456970" y="3961626"/>
                  </a:lnTo>
                  <a:lnTo>
                    <a:pt x="0" y="39616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42875"/>
              <a:ext cx="2456970" cy="4104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Supply chain transparency through distributed ledger technology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370559" y="5528183"/>
            <a:ext cx="1842728" cy="2542678"/>
            <a:chOff x="0" y="0"/>
            <a:chExt cx="2456970" cy="339023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456970" cy="3390238"/>
            </a:xfrm>
            <a:custGeom>
              <a:avLst/>
              <a:gdLst/>
              <a:ahLst/>
              <a:cxnLst/>
              <a:rect r="r" b="b" t="t" l="l"/>
              <a:pathLst>
                <a:path h="3390238" w="2456970">
                  <a:moveTo>
                    <a:pt x="0" y="0"/>
                  </a:moveTo>
                  <a:lnTo>
                    <a:pt x="2456970" y="0"/>
                  </a:lnTo>
                  <a:lnTo>
                    <a:pt x="2456970" y="3390238"/>
                  </a:lnTo>
                  <a:lnTo>
                    <a:pt x="0" y="33902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42875"/>
              <a:ext cx="2456970" cy="3533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Centralized management system for multiple warehouse locations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5141793" y="6542397"/>
            <a:ext cx="1842728" cy="2542678"/>
            <a:chOff x="0" y="0"/>
            <a:chExt cx="2456970" cy="339023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456970" cy="3390238"/>
            </a:xfrm>
            <a:custGeom>
              <a:avLst/>
              <a:gdLst/>
              <a:ahLst/>
              <a:cxnLst/>
              <a:rect r="r" b="b" t="t" l="l"/>
              <a:pathLst>
                <a:path h="3390238" w="2456970">
                  <a:moveTo>
                    <a:pt x="0" y="0"/>
                  </a:moveTo>
                  <a:lnTo>
                    <a:pt x="2456970" y="0"/>
                  </a:lnTo>
                  <a:lnTo>
                    <a:pt x="2456970" y="3390238"/>
                  </a:lnTo>
                  <a:lnTo>
                    <a:pt x="0" y="33902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42875"/>
              <a:ext cx="2456970" cy="3533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Customizable analytics dashboard with drill-down capabilities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0D0A2C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0" t="0" r="-1020" b="-20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5645" y="2328408"/>
            <a:ext cx="16298854" cy="671381"/>
            <a:chOff x="0" y="0"/>
            <a:chExt cx="21731806" cy="8951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31805" cy="895175"/>
            </a:xfrm>
            <a:custGeom>
              <a:avLst/>
              <a:gdLst/>
              <a:ahLst/>
              <a:cxnLst/>
              <a:rect r="r" b="b" t="t" l="l"/>
              <a:pathLst>
                <a:path h="895175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895175"/>
                  </a:lnTo>
                  <a:lnTo>
                    <a:pt x="0" y="8951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42875"/>
              <a:ext cx="21731806" cy="103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16"/>
                </a:lnSpc>
              </a:pPr>
              <a:r>
                <a:rPr lang="en-US" sz="438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Performance Indicators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5645" y="4513968"/>
            <a:ext cx="3799733" cy="1014214"/>
            <a:chOff x="0" y="0"/>
            <a:chExt cx="5066310" cy="13522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66311" cy="1352286"/>
            </a:xfrm>
            <a:custGeom>
              <a:avLst/>
              <a:gdLst/>
              <a:ahLst/>
              <a:cxnLst/>
              <a:rect r="r" b="b" t="t" l="l"/>
              <a:pathLst>
                <a:path h="1352286" w="5066311">
                  <a:moveTo>
                    <a:pt x="0" y="0"/>
                  </a:moveTo>
                  <a:lnTo>
                    <a:pt x="5066311" y="0"/>
                  </a:lnTo>
                  <a:lnTo>
                    <a:pt x="5066311" y="1352286"/>
                  </a:lnTo>
                  <a:lnTo>
                    <a:pt x="0" y="13522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5066310" cy="1447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Reduction in Manual Errors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42496" y="4513968"/>
            <a:ext cx="3799733" cy="1014214"/>
            <a:chOff x="0" y="0"/>
            <a:chExt cx="5066310" cy="13522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66311" cy="1352286"/>
            </a:xfrm>
            <a:custGeom>
              <a:avLst/>
              <a:gdLst/>
              <a:ahLst/>
              <a:cxnLst/>
              <a:rect r="r" b="b" t="t" l="l"/>
              <a:pathLst>
                <a:path h="1352286" w="5066311">
                  <a:moveTo>
                    <a:pt x="0" y="0"/>
                  </a:moveTo>
                  <a:lnTo>
                    <a:pt x="5066311" y="0"/>
                  </a:lnTo>
                  <a:lnTo>
                    <a:pt x="5066311" y="1352286"/>
                  </a:lnTo>
                  <a:lnTo>
                    <a:pt x="0" y="13522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5066310" cy="1447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Faster Inventory Processing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13631" y="4513968"/>
            <a:ext cx="3799733" cy="1014214"/>
            <a:chOff x="0" y="0"/>
            <a:chExt cx="5066310" cy="13522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66311" cy="1352286"/>
            </a:xfrm>
            <a:custGeom>
              <a:avLst/>
              <a:gdLst/>
              <a:ahLst/>
              <a:cxnLst/>
              <a:rect r="r" b="b" t="t" l="l"/>
              <a:pathLst>
                <a:path h="1352286" w="5066311">
                  <a:moveTo>
                    <a:pt x="0" y="0"/>
                  </a:moveTo>
                  <a:lnTo>
                    <a:pt x="5066311" y="0"/>
                  </a:lnTo>
                  <a:lnTo>
                    <a:pt x="5066311" y="1352286"/>
                  </a:lnTo>
                  <a:lnTo>
                    <a:pt x="0" y="13522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5066310" cy="1447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Improved Stock Accuracy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470482" y="4513968"/>
            <a:ext cx="3799733" cy="1528464"/>
            <a:chOff x="0" y="0"/>
            <a:chExt cx="5066310" cy="20379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66311" cy="2037952"/>
            </a:xfrm>
            <a:custGeom>
              <a:avLst/>
              <a:gdLst/>
              <a:ahLst/>
              <a:cxnLst/>
              <a:rect r="r" b="b" t="t" l="l"/>
              <a:pathLst>
                <a:path h="2037952" w="5066311">
                  <a:moveTo>
                    <a:pt x="0" y="0"/>
                  </a:moveTo>
                  <a:lnTo>
                    <a:pt x="5066311" y="0"/>
                  </a:lnTo>
                  <a:lnTo>
                    <a:pt x="5066311" y="2037952"/>
                  </a:lnTo>
                  <a:lnTo>
                    <a:pt x="0" y="20379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5066310" cy="2133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Reduced Operational Costs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5645" y="3356907"/>
            <a:ext cx="3999719" cy="1114207"/>
            <a:chOff x="0" y="0"/>
            <a:chExt cx="5332958" cy="14856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32959" cy="1485610"/>
            </a:xfrm>
            <a:custGeom>
              <a:avLst/>
              <a:gdLst/>
              <a:ahLst/>
              <a:cxnLst/>
              <a:rect r="r" b="b" t="t" l="l"/>
              <a:pathLst>
                <a:path h="1485610" w="5332959">
                  <a:moveTo>
                    <a:pt x="0" y="0"/>
                  </a:moveTo>
                  <a:lnTo>
                    <a:pt x="5332959" y="0"/>
                  </a:lnTo>
                  <a:lnTo>
                    <a:pt x="5332959" y="1485610"/>
                  </a:lnTo>
                  <a:lnTo>
                    <a:pt x="0" y="1485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5332958" cy="1542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18"/>
                </a:lnSpc>
              </a:pPr>
              <a:r>
                <a:rPr lang="en-US" sz="5848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95%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5645" y="5742453"/>
            <a:ext cx="3799733" cy="1699880"/>
            <a:chOff x="0" y="0"/>
            <a:chExt cx="5066310" cy="226650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66311" cy="2266507"/>
            </a:xfrm>
            <a:custGeom>
              <a:avLst/>
              <a:gdLst/>
              <a:ahLst/>
              <a:cxnLst/>
              <a:rect r="r" b="b" t="t" l="l"/>
              <a:pathLst>
                <a:path h="2266507" w="5066311">
                  <a:moveTo>
                    <a:pt x="0" y="0"/>
                  </a:moveTo>
                  <a:lnTo>
                    <a:pt x="5066311" y="0"/>
                  </a:lnTo>
                  <a:lnTo>
                    <a:pt x="5066311" y="2266507"/>
                  </a:lnTo>
                  <a:lnTo>
                    <a:pt x="0" y="2266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42875"/>
              <a:ext cx="5066310" cy="24093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Automated validation and real-time error detection minimize human input mistakes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142496" y="3356907"/>
            <a:ext cx="3999719" cy="1114207"/>
            <a:chOff x="0" y="0"/>
            <a:chExt cx="5332958" cy="14856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32959" cy="1485610"/>
            </a:xfrm>
            <a:custGeom>
              <a:avLst/>
              <a:gdLst/>
              <a:ahLst/>
              <a:cxnLst/>
              <a:rect r="r" b="b" t="t" l="l"/>
              <a:pathLst>
                <a:path h="1485610" w="5332959">
                  <a:moveTo>
                    <a:pt x="0" y="0"/>
                  </a:moveTo>
                  <a:lnTo>
                    <a:pt x="5332959" y="0"/>
                  </a:lnTo>
                  <a:lnTo>
                    <a:pt x="5332959" y="1485610"/>
                  </a:lnTo>
                  <a:lnTo>
                    <a:pt x="0" y="1485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5332958" cy="1542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18"/>
                </a:lnSpc>
              </a:pPr>
              <a:r>
                <a:rPr lang="en-US" sz="5848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60%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42496" y="5742453"/>
            <a:ext cx="3799733" cy="1699880"/>
            <a:chOff x="0" y="0"/>
            <a:chExt cx="5066310" cy="226650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66311" cy="2266507"/>
            </a:xfrm>
            <a:custGeom>
              <a:avLst/>
              <a:gdLst/>
              <a:ahLst/>
              <a:cxnLst/>
              <a:rect r="r" b="b" t="t" l="l"/>
              <a:pathLst>
                <a:path h="2266507" w="5066311">
                  <a:moveTo>
                    <a:pt x="0" y="0"/>
                  </a:moveTo>
                  <a:lnTo>
                    <a:pt x="5066311" y="0"/>
                  </a:lnTo>
                  <a:lnTo>
                    <a:pt x="5066311" y="2266507"/>
                  </a:lnTo>
                  <a:lnTo>
                    <a:pt x="0" y="2266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42875"/>
              <a:ext cx="5066310" cy="24093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Parallel processing algorithms and optimized database queries accelerate operations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13631" y="3356907"/>
            <a:ext cx="3999719" cy="1114207"/>
            <a:chOff x="0" y="0"/>
            <a:chExt cx="5332958" cy="148561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32959" cy="1485610"/>
            </a:xfrm>
            <a:custGeom>
              <a:avLst/>
              <a:gdLst/>
              <a:ahLst/>
              <a:cxnLst/>
              <a:rect r="r" b="b" t="t" l="l"/>
              <a:pathLst>
                <a:path h="1485610" w="5332959">
                  <a:moveTo>
                    <a:pt x="0" y="0"/>
                  </a:moveTo>
                  <a:lnTo>
                    <a:pt x="5332959" y="0"/>
                  </a:lnTo>
                  <a:lnTo>
                    <a:pt x="5332959" y="1485610"/>
                  </a:lnTo>
                  <a:lnTo>
                    <a:pt x="0" y="1485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5332958" cy="1542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18"/>
                </a:lnSpc>
              </a:pPr>
              <a:r>
                <a:rPr lang="en-US" sz="5848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80%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13631" y="5742453"/>
            <a:ext cx="3799733" cy="1699880"/>
            <a:chOff x="0" y="0"/>
            <a:chExt cx="5066310" cy="22665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66311" cy="2266507"/>
            </a:xfrm>
            <a:custGeom>
              <a:avLst/>
              <a:gdLst/>
              <a:ahLst/>
              <a:cxnLst/>
              <a:rect r="r" b="b" t="t" l="l"/>
              <a:pathLst>
                <a:path h="2266507" w="5066311">
                  <a:moveTo>
                    <a:pt x="0" y="0"/>
                  </a:moveTo>
                  <a:lnTo>
                    <a:pt x="5066311" y="0"/>
                  </a:lnTo>
                  <a:lnTo>
                    <a:pt x="5066311" y="2266507"/>
                  </a:lnTo>
                  <a:lnTo>
                    <a:pt x="0" y="2266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42875"/>
              <a:ext cx="5066310" cy="24093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RFID tracking and automated reconciliation ensure precise inventory records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470482" y="3356907"/>
            <a:ext cx="3999719" cy="1114207"/>
            <a:chOff x="0" y="0"/>
            <a:chExt cx="5332958" cy="148561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32959" cy="1485610"/>
            </a:xfrm>
            <a:custGeom>
              <a:avLst/>
              <a:gdLst/>
              <a:ahLst/>
              <a:cxnLst/>
              <a:rect r="r" b="b" t="t" l="l"/>
              <a:pathLst>
                <a:path h="1485610" w="5332959">
                  <a:moveTo>
                    <a:pt x="0" y="0"/>
                  </a:moveTo>
                  <a:lnTo>
                    <a:pt x="5332959" y="0"/>
                  </a:lnTo>
                  <a:lnTo>
                    <a:pt x="5332959" y="1485610"/>
                  </a:lnTo>
                  <a:lnTo>
                    <a:pt x="0" y="1485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332958" cy="1542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18"/>
                </a:lnSpc>
              </a:pPr>
              <a:r>
                <a:rPr lang="en-US" sz="5848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40%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470482" y="6242418"/>
            <a:ext cx="3799733" cy="1699880"/>
            <a:chOff x="0" y="0"/>
            <a:chExt cx="5066310" cy="226650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66311" cy="2266507"/>
            </a:xfrm>
            <a:custGeom>
              <a:avLst/>
              <a:gdLst/>
              <a:ahLst/>
              <a:cxnLst/>
              <a:rect r="r" b="b" t="t" l="l"/>
              <a:pathLst>
                <a:path h="2266507" w="5066311">
                  <a:moveTo>
                    <a:pt x="0" y="0"/>
                  </a:moveTo>
                  <a:lnTo>
                    <a:pt x="5066311" y="0"/>
                  </a:lnTo>
                  <a:lnTo>
                    <a:pt x="5066311" y="2266507"/>
                  </a:lnTo>
                  <a:lnTo>
                    <a:pt x="0" y="2266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42875"/>
              <a:ext cx="5066310" cy="24093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6"/>
                </a:lnSpc>
              </a:pPr>
              <a:r>
                <a:rPr lang="en-US" sz="2137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Streamlined workflows and reduced manual labor lower overall expenses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0D0A2C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0" t="0" r="-1020" b="-20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5645" y="1657026"/>
            <a:ext cx="16298854" cy="671381"/>
            <a:chOff x="0" y="0"/>
            <a:chExt cx="21731806" cy="8951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31805" cy="895175"/>
            </a:xfrm>
            <a:custGeom>
              <a:avLst/>
              <a:gdLst/>
              <a:ahLst/>
              <a:cxnLst/>
              <a:rect r="r" b="b" t="t" l="l"/>
              <a:pathLst>
                <a:path h="895175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895175"/>
                  </a:lnTo>
                  <a:lnTo>
                    <a:pt x="0" y="8951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42875"/>
              <a:ext cx="21731806" cy="103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16"/>
                </a:lnSpc>
              </a:pPr>
              <a:r>
                <a:rPr lang="en-US" sz="4386" b="true">
                  <a:solidFill>
                    <a:srgbClr val="08086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Implementation vs Business Impact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8492" y="2442685"/>
            <a:ext cx="7556612" cy="499965"/>
            <a:chOff x="0" y="0"/>
            <a:chExt cx="10075482" cy="6666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5482" cy="666620"/>
            </a:xfrm>
            <a:custGeom>
              <a:avLst/>
              <a:gdLst/>
              <a:ahLst/>
              <a:cxnLst/>
              <a:rect r="r" b="b" t="t" l="l"/>
              <a:pathLst>
                <a:path h="666620" w="10075482">
                  <a:moveTo>
                    <a:pt x="0" y="0"/>
                  </a:moveTo>
                  <a:lnTo>
                    <a:pt x="10075482" y="0"/>
                  </a:lnTo>
                  <a:lnTo>
                    <a:pt x="10075482" y="666620"/>
                  </a:lnTo>
                  <a:lnTo>
                    <a:pt x="0" y="666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0075482" cy="76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3498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Implementation Summary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99367" y="2442685"/>
            <a:ext cx="8142285" cy="499965"/>
            <a:chOff x="0" y="0"/>
            <a:chExt cx="10856380" cy="6666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56380" cy="666620"/>
            </a:xfrm>
            <a:custGeom>
              <a:avLst/>
              <a:gdLst/>
              <a:ahLst/>
              <a:cxnLst/>
              <a:rect r="r" b="b" t="t" l="l"/>
              <a:pathLst>
                <a:path h="666620" w="10856380">
                  <a:moveTo>
                    <a:pt x="0" y="0"/>
                  </a:moveTo>
                  <a:lnTo>
                    <a:pt x="10856380" y="0"/>
                  </a:lnTo>
                  <a:lnTo>
                    <a:pt x="10856380" y="666620"/>
                  </a:lnTo>
                  <a:lnTo>
                    <a:pt x="0" y="666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10856380" cy="76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97"/>
                </a:lnSpc>
              </a:pPr>
              <a:r>
                <a:rPr lang="en-US" sz="3261" b="true">
                  <a:solidFill>
                    <a:srgbClr val="2ECC7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Business Impact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14186" y="3285483"/>
            <a:ext cx="7270917" cy="414257"/>
            <a:chOff x="0" y="0"/>
            <a:chExt cx="9694557" cy="5523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94556" cy="552342"/>
            </a:xfrm>
            <a:custGeom>
              <a:avLst/>
              <a:gdLst/>
              <a:ahLst/>
              <a:cxnLst/>
              <a:rect r="r" b="b" t="t" l="l"/>
              <a:pathLst>
                <a:path h="552342" w="9694556">
                  <a:moveTo>
                    <a:pt x="0" y="0"/>
                  </a:moveTo>
                  <a:lnTo>
                    <a:pt x="9694556" y="0"/>
                  </a:lnTo>
                  <a:lnTo>
                    <a:pt x="9694556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9694557" cy="676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799" b="true">
                  <a:solidFill>
                    <a:srgbClr val="3498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Secure authentication system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14186" y="3942580"/>
            <a:ext cx="7270917" cy="414257"/>
            <a:chOff x="0" y="0"/>
            <a:chExt cx="9694557" cy="5523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94556" cy="552342"/>
            </a:xfrm>
            <a:custGeom>
              <a:avLst/>
              <a:gdLst/>
              <a:ahLst/>
              <a:cxnLst/>
              <a:rect r="r" b="b" t="t" l="l"/>
              <a:pathLst>
                <a:path h="552342" w="9694556">
                  <a:moveTo>
                    <a:pt x="0" y="0"/>
                  </a:moveTo>
                  <a:lnTo>
                    <a:pt x="9694556" y="0"/>
                  </a:lnTo>
                  <a:lnTo>
                    <a:pt x="9694556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9694557" cy="676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799" b="true">
                  <a:solidFill>
                    <a:srgbClr val="3498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Comprehensive inventory tracking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14186" y="4585392"/>
            <a:ext cx="7270917" cy="414257"/>
            <a:chOff x="0" y="0"/>
            <a:chExt cx="9694557" cy="5523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94556" cy="552342"/>
            </a:xfrm>
            <a:custGeom>
              <a:avLst/>
              <a:gdLst/>
              <a:ahLst/>
              <a:cxnLst/>
              <a:rect r="r" b="b" t="t" l="l"/>
              <a:pathLst>
                <a:path h="552342" w="9694556">
                  <a:moveTo>
                    <a:pt x="0" y="0"/>
                  </a:moveTo>
                  <a:lnTo>
                    <a:pt x="9694556" y="0"/>
                  </a:lnTo>
                  <a:lnTo>
                    <a:pt x="9694556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23825"/>
              <a:ext cx="9694557" cy="676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799" b="true">
                  <a:solidFill>
                    <a:srgbClr val="3498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Automated billing processes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4186" y="5242489"/>
            <a:ext cx="7270917" cy="414257"/>
            <a:chOff x="0" y="0"/>
            <a:chExt cx="9694557" cy="55234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94556" cy="552342"/>
            </a:xfrm>
            <a:custGeom>
              <a:avLst/>
              <a:gdLst/>
              <a:ahLst/>
              <a:cxnLst/>
              <a:rect r="r" b="b" t="t" l="l"/>
              <a:pathLst>
                <a:path h="552342" w="9694556">
                  <a:moveTo>
                    <a:pt x="0" y="0"/>
                  </a:moveTo>
                  <a:lnTo>
                    <a:pt x="9694556" y="0"/>
                  </a:lnTo>
                  <a:lnTo>
                    <a:pt x="9694556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23825"/>
              <a:ext cx="9694557" cy="676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799" b="true">
                  <a:solidFill>
                    <a:srgbClr val="3498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Real-time notifications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14186" y="5885301"/>
            <a:ext cx="7270917" cy="414257"/>
            <a:chOff x="0" y="0"/>
            <a:chExt cx="9694557" cy="5523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94556" cy="552342"/>
            </a:xfrm>
            <a:custGeom>
              <a:avLst/>
              <a:gdLst/>
              <a:ahLst/>
              <a:cxnLst/>
              <a:rect r="r" b="b" t="t" l="l"/>
              <a:pathLst>
                <a:path h="552342" w="9694556">
                  <a:moveTo>
                    <a:pt x="0" y="0"/>
                  </a:moveTo>
                  <a:lnTo>
                    <a:pt x="9694556" y="0"/>
                  </a:lnTo>
                  <a:lnTo>
                    <a:pt x="9694556" y="552342"/>
                  </a:lnTo>
                  <a:lnTo>
                    <a:pt x="0" y="552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23825"/>
              <a:ext cx="9694557" cy="676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799" b="true">
                  <a:solidFill>
                    <a:srgbClr val="3498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Scalable architecture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999367" y="3314053"/>
            <a:ext cx="1857012" cy="1114207"/>
            <a:chOff x="0" y="0"/>
            <a:chExt cx="2476016" cy="14856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76017" cy="1485610"/>
            </a:xfrm>
            <a:custGeom>
              <a:avLst/>
              <a:gdLst/>
              <a:ahLst/>
              <a:cxnLst/>
              <a:rect r="r" b="b" t="t" l="l"/>
              <a:pathLst>
                <a:path h="1485610" w="2476017">
                  <a:moveTo>
                    <a:pt x="0" y="0"/>
                  </a:moveTo>
                  <a:lnTo>
                    <a:pt x="2476017" y="0"/>
                  </a:lnTo>
                  <a:lnTo>
                    <a:pt x="2476017" y="1485610"/>
                  </a:lnTo>
                  <a:lnTo>
                    <a:pt x="0" y="1485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2476016" cy="1542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18"/>
                </a:lnSpc>
              </a:pPr>
              <a:r>
                <a:rPr lang="en-US" sz="5848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35%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999367" y="4471114"/>
            <a:ext cx="1771304" cy="842798"/>
            <a:chOff x="0" y="0"/>
            <a:chExt cx="2361739" cy="112373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61739" cy="1123731"/>
            </a:xfrm>
            <a:custGeom>
              <a:avLst/>
              <a:gdLst/>
              <a:ahLst/>
              <a:cxnLst/>
              <a:rect r="r" b="b" t="t" l="l"/>
              <a:pathLst>
                <a:path h="1123731" w="2361739">
                  <a:moveTo>
                    <a:pt x="0" y="0"/>
                  </a:moveTo>
                  <a:lnTo>
                    <a:pt x="2361739" y="0"/>
                  </a:lnTo>
                  <a:lnTo>
                    <a:pt x="2361739" y="1123731"/>
                  </a:lnTo>
                  <a:lnTo>
                    <a:pt x="0" y="11237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23825"/>
              <a:ext cx="2361739" cy="124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799" b="true">
                  <a:solidFill>
                    <a:srgbClr val="2ECC7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Improved efficiency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113504" y="3314053"/>
            <a:ext cx="1857012" cy="1114207"/>
            <a:chOff x="0" y="0"/>
            <a:chExt cx="2476016" cy="148561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76017" cy="1485610"/>
            </a:xfrm>
            <a:custGeom>
              <a:avLst/>
              <a:gdLst/>
              <a:ahLst/>
              <a:cxnLst/>
              <a:rect r="r" b="b" t="t" l="l"/>
              <a:pathLst>
                <a:path h="1485610" w="2476017">
                  <a:moveTo>
                    <a:pt x="0" y="0"/>
                  </a:moveTo>
                  <a:lnTo>
                    <a:pt x="2476017" y="0"/>
                  </a:lnTo>
                  <a:lnTo>
                    <a:pt x="2476017" y="1485610"/>
                  </a:lnTo>
                  <a:lnTo>
                    <a:pt x="0" y="1485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2476016" cy="1542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18"/>
                </a:lnSpc>
              </a:pPr>
              <a:r>
                <a:rPr lang="en-US" sz="5848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28%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113504" y="4471114"/>
            <a:ext cx="1771304" cy="842798"/>
            <a:chOff x="0" y="0"/>
            <a:chExt cx="2361739" cy="112373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61739" cy="1123731"/>
            </a:xfrm>
            <a:custGeom>
              <a:avLst/>
              <a:gdLst/>
              <a:ahLst/>
              <a:cxnLst/>
              <a:rect r="r" b="b" t="t" l="l"/>
              <a:pathLst>
                <a:path h="1123731" w="2361739">
                  <a:moveTo>
                    <a:pt x="0" y="0"/>
                  </a:moveTo>
                  <a:lnTo>
                    <a:pt x="2361739" y="0"/>
                  </a:lnTo>
                  <a:lnTo>
                    <a:pt x="2361739" y="1123731"/>
                  </a:lnTo>
                  <a:lnTo>
                    <a:pt x="0" y="11237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23825"/>
              <a:ext cx="2361739" cy="124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799" b="true">
                  <a:solidFill>
                    <a:srgbClr val="2ECC7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Reduced costs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241926" y="3314053"/>
            <a:ext cx="1857012" cy="1114207"/>
            <a:chOff x="0" y="0"/>
            <a:chExt cx="2476016" cy="14856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76017" cy="1485610"/>
            </a:xfrm>
            <a:custGeom>
              <a:avLst/>
              <a:gdLst/>
              <a:ahLst/>
              <a:cxnLst/>
              <a:rect r="r" b="b" t="t" l="l"/>
              <a:pathLst>
                <a:path h="1485610" w="2476017">
                  <a:moveTo>
                    <a:pt x="0" y="0"/>
                  </a:moveTo>
                  <a:lnTo>
                    <a:pt x="2476017" y="0"/>
                  </a:lnTo>
                  <a:lnTo>
                    <a:pt x="2476017" y="1485610"/>
                  </a:lnTo>
                  <a:lnTo>
                    <a:pt x="0" y="1485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2476016" cy="1542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18"/>
                </a:lnSpc>
              </a:pPr>
              <a:r>
                <a:rPr lang="en-US" sz="5848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42%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241926" y="4471114"/>
            <a:ext cx="1771304" cy="1271339"/>
            <a:chOff x="0" y="0"/>
            <a:chExt cx="2361739" cy="169511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61739" cy="1695119"/>
            </a:xfrm>
            <a:custGeom>
              <a:avLst/>
              <a:gdLst/>
              <a:ahLst/>
              <a:cxnLst/>
              <a:rect r="r" b="b" t="t" l="l"/>
              <a:pathLst>
                <a:path h="1695119" w="2361739">
                  <a:moveTo>
                    <a:pt x="0" y="0"/>
                  </a:moveTo>
                  <a:lnTo>
                    <a:pt x="2361739" y="0"/>
                  </a:lnTo>
                  <a:lnTo>
                    <a:pt x="2361739" y="1695119"/>
                  </a:lnTo>
                  <a:lnTo>
                    <a:pt x="0" y="1695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23825"/>
              <a:ext cx="2361739" cy="1818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799" b="true">
                  <a:solidFill>
                    <a:srgbClr val="2ECC7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Better decision making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370348" y="3314053"/>
            <a:ext cx="1857012" cy="1114207"/>
            <a:chOff x="0" y="0"/>
            <a:chExt cx="2476016" cy="148561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76017" cy="1485610"/>
            </a:xfrm>
            <a:custGeom>
              <a:avLst/>
              <a:gdLst/>
              <a:ahLst/>
              <a:cxnLst/>
              <a:rect r="r" b="b" t="t" l="l"/>
              <a:pathLst>
                <a:path h="1485610" w="2476017">
                  <a:moveTo>
                    <a:pt x="0" y="0"/>
                  </a:moveTo>
                  <a:lnTo>
                    <a:pt x="2476017" y="0"/>
                  </a:lnTo>
                  <a:lnTo>
                    <a:pt x="2476017" y="1485610"/>
                  </a:lnTo>
                  <a:lnTo>
                    <a:pt x="0" y="1485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2476016" cy="1542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18"/>
                </a:lnSpc>
              </a:pPr>
              <a:r>
                <a:rPr lang="en-US" sz="5848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39%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370348" y="4471114"/>
            <a:ext cx="1771304" cy="842798"/>
            <a:chOff x="0" y="0"/>
            <a:chExt cx="2361739" cy="112373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361739" cy="1123731"/>
            </a:xfrm>
            <a:custGeom>
              <a:avLst/>
              <a:gdLst/>
              <a:ahLst/>
              <a:cxnLst/>
              <a:rect r="r" b="b" t="t" l="l"/>
              <a:pathLst>
                <a:path h="1123731" w="2361739">
                  <a:moveTo>
                    <a:pt x="0" y="0"/>
                  </a:moveTo>
                  <a:lnTo>
                    <a:pt x="2361739" y="0"/>
                  </a:lnTo>
                  <a:lnTo>
                    <a:pt x="2361739" y="1123731"/>
                  </a:lnTo>
                  <a:lnTo>
                    <a:pt x="0" y="11237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23825"/>
              <a:ext cx="2361739" cy="124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799" b="true">
                  <a:solidFill>
                    <a:srgbClr val="2ECC7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Enhanced security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999367" y="6499543"/>
            <a:ext cx="1857012" cy="1114207"/>
            <a:chOff x="0" y="0"/>
            <a:chExt cx="2476016" cy="148561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76017" cy="1485610"/>
            </a:xfrm>
            <a:custGeom>
              <a:avLst/>
              <a:gdLst/>
              <a:ahLst/>
              <a:cxnLst/>
              <a:rect r="r" b="b" t="t" l="l"/>
              <a:pathLst>
                <a:path h="1485610" w="2476017">
                  <a:moveTo>
                    <a:pt x="0" y="0"/>
                  </a:moveTo>
                  <a:lnTo>
                    <a:pt x="2476017" y="0"/>
                  </a:lnTo>
                  <a:lnTo>
                    <a:pt x="2476017" y="1485610"/>
                  </a:lnTo>
                  <a:lnTo>
                    <a:pt x="0" y="1485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2476016" cy="1542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18"/>
                </a:lnSpc>
              </a:pPr>
              <a:r>
                <a:rPr lang="en-US" sz="5848" b="true">
                  <a:solidFill>
                    <a:srgbClr val="2626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31%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999367" y="7656605"/>
            <a:ext cx="1771304" cy="842798"/>
            <a:chOff x="0" y="0"/>
            <a:chExt cx="2361739" cy="112373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61739" cy="1123731"/>
            </a:xfrm>
            <a:custGeom>
              <a:avLst/>
              <a:gdLst/>
              <a:ahLst/>
              <a:cxnLst/>
              <a:rect r="r" b="b" t="t" l="l"/>
              <a:pathLst>
                <a:path h="1123731" w="2361739">
                  <a:moveTo>
                    <a:pt x="0" y="0"/>
                  </a:moveTo>
                  <a:lnTo>
                    <a:pt x="2361739" y="0"/>
                  </a:lnTo>
                  <a:lnTo>
                    <a:pt x="2361739" y="1123731"/>
                  </a:lnTo>
                  <a:lnTo>
                    <a:pt x="0" y="11237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23825"/>
              <a:ext cx="2361739" cy="124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799" b="true">
                  <a:solidFill>
                    <a:srgbClr val="2ECC7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Competitive advantage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85645" y="3356907"/>
            <a:ext cx="271409" cy="271409"/>
            <a:chOff x="0" y="0"/>
            <a:chExt cx="361879" cy="36187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1879" cy="361879"/>
            </a:xfrm>
            <a:custGeom>
              <a:avLst/>
              <a:gdLst/>
              <a:ahLst/>
              <a:cxnLst/>
              <a:rect r="r" b="b" t="t" l="l"/>
              <a:pathLst>
                <a:path h="361879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61879"/>
                  </a:lnTo>
                  <a:lnTo>
                    <a:pt x="0" y="361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361879" cy="380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4"/>
                </a:lnSpc>
              </a:pPr>
              <a:r>
                <a:rPr lang="en-US" sz="2137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85645" y="4014004"/>
            <a:ext cx="271409" cy="271409"/>
            <a:chOff x="0" y="0"/>
            <a:chExt cx="361879" cy="36187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1879" cy="361879"/>
            </a:xfrm>
            <a:custGeom>
              <a:avLst/>
              <a:gdLst/>
              <a:ahLst/>
              <a:cxnLst/>
              <a:rect r="r" b="b" t="t" l="l"/>
              <a:pathLst>
                <a:path h="361879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61879"/>
                  </a:lnTo>
                  <a:lnTo>
                    <a:pt x="0" y="361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361879" cy="380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4"/>
                </a:lnSpc>
              </a:pPr>
              <a:r>
                <a:rPr lang="en-US" sz="2137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85645" y="4656815"/>
            <a:ext cx="271409" cy="271409"/>
            <a:chOff x="0" y="0"/>
            <a:chExt cx="361879" cy="36187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1879" cy="361879"/>
            </a:xfrm>
            <a:custGeom>
              <a:avLst/>
              <a:gdLst/>
              <a:ahLst/>
              <a:cxnLst/>
              <a:rect r="r" b="b" t="t" l="l"/>
              <a:pathLst>
                <a:path h="361879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61879"/>
                  </a:lnTo>
                  <a:lnTo>
                    <a:pt x="0" y="361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361879" cy="380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4"/>
                </a:lnSpc>
              </a:pPr>
              <a:r>
                <a:rPr lang="en-US" sz="2137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85645" y="5313912"/>
            <a:ext cx="271409" cy="271409"/>
            <a:chOff x="0" y="0"/>
            <a:chExt cx="361879" cy="36187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1879" cy="361879"/>
            </a:xfrm>
            <a:custGeom>
              <a:avLst/>
              <a:gdLst/>
              <a:ahLst/>
              <a:cxnLst/>
              <a:rect r="r" b="b" t="t" l="l"/>
              <a:pathLst>
                <a:path h="361879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61879"/>
                  </a:lnTo>
                  <a:lnTo>
                    <a:pt x="0" y="361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361879" cy="380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4"/>
                </a:lnSpc>
              </a:pPr>
              <a:r>
                <a:rPr lang="en-US" sz="2137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85645" y="5956724"/>
            <a:ext cx="271409" cy="271409"/>
            <a:chOff x="0" y="0"/>
            <a:chExt cx="361879" cy="36187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1879" cy="361879"/>
            </a:xfrm>
            <a:custGeom>
              <a:avLst/>
              <a:gdLst/>
              <a:ahLst/>
              <a:cxnLst/>
              <a:rect r="r" b="b" t="t" l="l"/>
              <a:pathLst>
                <a:path h="361879" w="361879">
                  <a:moveTo>
                    <a:pt x="0" y="0"/>
                  </a:moveTo>
                  <a:lnTo>
                    <a:pt x="361879" y="0"/>
                  </a:lnTo>
                  <a:lnTo>
                    <a:pt x="361879" y="361879"/>
                  </a:lnTo>
                  <a:lnTo>
                    <a:pt x="0" y="3618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361879" cy="380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4"/>
                </a:lnSpc>
              </a:pPr>
              <a:r>
                <a:rPr lang="en-US" sz="2137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●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7482" y="2149878"/>
            <a:ext cx="7447354" cy="4668132"/>
          </a:xfrm>
          <a:custGeom>
            <a:avLst/>
            <a:gdLst/>
            <a:ahLst/>
            <a:cxnLst/>
            <a:rect r="r" b="b" t="t" l="l"/>
            <a:pathLst>
              <a:path h="4668132" w="7447354">
                <a:moveTo>
                  <a:pt x="0" y="0"/>
                </a:moveTo>
                <a:lnTo>
                  <a:pt x="7447355" y="0"/>
                </a:lnTo>
                <a:lnTo>
                  <a:pt x="7447355" y="4668132"/>
                </a:lnTo>
                <a:lnTo>
                  <a:pt x="0" y="4668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89757" y="2149878"/>
            <a:ext cx="7464987" cy="4668132"/>
          </a:xfrm>
          <a:custGeom>
            <a:avLst/>
            <a:gdLst/>
            <a:ahLst/>
            <a:cxnLst/>
            <a:rect r="r" b="b" t="t" l="l"/>
            <a:pathLst>
              <a:path h="4668132" w="7464987">
                <a:moveTo>
                  <a:pt x="0" y="0"/>
                </a:moveTo>
                <a:lnTo>
                  <a:pt x="7464986" y="0"/>
                </a:lnTo>
                <a:lnTo>
                  <a:pt x="7464986" y="4668132"/>
                </a:lnTo>
                <a:lnTo>
                  <a:pt x="0" y="46681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47482" y="933450"/>
            <a:ext cx="313610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i="true" u="sng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OUTPUTS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01894" y="6896005"/>
            <a:ext cx="25385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Sign-in page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73748" y="6896005"/>
            <a:ext cx="269700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Sign-up page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91171"/>
            <a:ext cx="6584440" cy="4065445"/>
          </a:xfrm>
          <a:custGeom>
            <a:avLst/>
            <a:gdLst/>
            <a:ahLst/>
            <a:cxnLst/>
            <a:rect r="r" b="b" t="t" l="l"/>
            <a:pathLst>
              <a:path h="4065445" w="6584440">
                <a:moveTo>
                  <a:pt x="0" y="0"/>
                </a:moveTo>
                <a:lnTo>
                  <a:pt x="6584440" y="0"/>
                </a:lnTo>
                <a:lnTo>
                  <a:pt x="6584440" y="4065445"/>
                </a:lnTo>
                <a:lnTo>
                  <a:pt x="0" y="406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09669" y="548651"/>
            <a:ext cx="6749631" cy="3950486"/>
          </a:xfrm>
          <a:custGeom>
            <a:avLst/>
            <a:gdLst/>
            <a:ahLst/>
            <a:cxnLst/>
            <a:rect r="r" b="b" t="t" l="l"/>
            <a:pathLst>
              <a:path h="3950486" w="6749631">
                <a:moveTo>
                  <a:pt x="0" y="0"/>
                </a:moveTo>
                <a:lnTo>
                  <a:pt x="6749631" y="0"/>
                </a:lnTo>
                <a:lnTo>
                  <a:pt x="6749631" y="3950486"/>
                </a:lnTo>
                <a:lnTo>
                  <a:pt x="0" y="3950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05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5234678"/>
            <a:ext cx="6584440" cy="4023622"/>
          </a:xfrm>
          <a:custGeom>
            <a:avLst/>
            <a:gdLst/>
            <a:ahLst/>
            <a:cxnLst/>
            <a:rect r="r" b="b" t="t" l="l"/>
            <a:pathLst>
              <a:path h="4023622" w="6584440">
                <a:moveTo>
                  <a:pt x="0" y="0"/>
                </a:moveTo>
                <a:lnTo>
                  <a:pt x="6584440" y="0"/>
                </a:lnTo>
                <a:lnTo>
                  <a:pt x="6584440" y="4023622"/>
                </a:lnTo>
                <a:lnTo>
                  <a:pt x="0" y="402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09669" y="5185312"/>
            <a:ext cx="6749631" cy="4072988"/>
          </a:xfrm>
          <a:custGeom>
            <a:avLst/>
            <a:gdLst/>
            <a:ahLst/>
            <a:cxnLst/>
            <a:rect r="r" b="b" t="t" l="l"/>
            <a:pathLst>
              <a:path h="4072988" w="6749631">
                <a:moveTo>
                  <a:pt x="0" y="0"/>
                </a:moveTo>
                <a:lnTo>
                  <a:pt x="6749631" y="0"/>
                </a:lnTo>
                <a:lnTo>
                  <a:pt x="6749631" y="4072988"/>
                </a:lnTo>
                <a:lnTo>
                  <a:pt x="0" y="40729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12017" y="4499466"/>
            <a:ext cx="326124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Admin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14612" y="4499466"/>
            <a:ext cx="653974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Admin Inventory Management page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1248" y="9201150"/>
            <a:ext cx="56440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Admin Staff Management page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96038" y="9258300"/>
            <a:ext cx="65583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Admin Customer Management page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44645" y="923925"/>
            <a:ext cx="2433518" cy="100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 i="true" u="sng">
                <a:solidFill>
                  <a:srgbClr val="545454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Admin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63116"/>
            <a:ext cx="7555475" cy="4720695"/>
          </a:xfrm>
          <a:custGeom>
            <a:avLst/>
            <a:gdLst/>
            <a:ahLst/>
            <a:cxnLst/>
            <a:rect r="r" b="b" t="t" l="l"/>
            <a:pathLst>
              <a:path h="4720695" w="7555475">
                <a:moveTo>
                  <a:pt x="0" y="0"/>
                </a:moveTo>
                <a:lnTo>
                  <a:pt x="7555475" y="0"/>
                </a:lnTo>
                <a:lnTo>
                  <a:pt x="7555475" y="4720696"/>
                </a:lnTo>
                <a:lnTo>
                  <a:pt x="0" y="4720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4391" y="2263116"/>
            <a:ext cx="7734909" cy="4720695"/>
          </a:xfrm>
          <a:custGeom>
            <a:avLst/>
            <a:gdLst/>
            <a:ahLst/>
            <a:cxnLst/>
            <a:rect r="r" b="b" t="t" l="l"/>
            <a:pathLst>
              <a:path h="4720695" w="7734909">
                <a:moveTo>
                  <a:pt x="0" y="0"/>
                </a:moveTo>
                <a:lnTo>
                  <a:pt x="7734909" y="0"/>
                </a:lnTo>
                <a:lnTo>
                  <a:pt x="7734909" y="4720696"/>
                </a:lnTo>
                <a:lnTo>
                  <a:pt x="0" y="4720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69526" y="914400"/>
            <a:ext cx="8806220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i="true" u="sng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Staff &amp; Customer pages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14825" y="6917137"/>
            <a:ext cx="444829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Customer Dashboard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5799" y="6917137"/>
            <a:ext cx="341209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Staff Dashboard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0D0A2C">
                <a:alpha val="5607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0" t="0" r="-1020" b="-204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9047" r="-356" b="-6904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4429" cy="10284991"/>
            <a:chOff x="0" y="0"/>
            <a:chExt cx="24379238" cy="137133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9301" cy="13713333"/>
            </a:xfrm>
            <a:custGeom>
              <a:avLst/>
              <a:gdLst/>
              <a:ahLst/>
              <a:cxnLst/>
              <a:rect r="r" b="b" t="t" l="l"/>
              <a:pathLst>
                <a:path h="137133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713333"/>
                  </a:lnTo>
                  <a:lnTo>
                    <a:pt x="0" y="13713333"/>
                  </a:lnTo>
                  <a:close/>
                </a:path>
              </a:pathLst>
            </a:custGeom>
            <a:solidFill>
              <a:srgbClr val="6D6F7C">
                <a:alpha val="3568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85645" y="3956865"/>
            <a:ext cx="16298854" cy="1014214"/>
            <a:chOff x="0" y="0"/>
            <a:chExt cx="21731806" cy="13522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31805" cy="1352286"/>
            </a:xfrm>
            <a:custGeom>
              <a:avLst/>
              <a:gdLst/>
              <a:ahLst/>
              <a:cxnLst/>
              <a:rect r="r" b="b" t="t" l="l"/>
              <a:pathLst>
                <a:path h="1352286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1352286"/>
                  </a:lnTo>
                  <a:lnTo>
                    <a:pt x="0" y="13522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14350"/>
              <a:ext cx="21731806" cy="1866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41"/>
                </a:lnSpc>
              </a:pPr>
              <a:r>
                <a:rPr lang="en-US" b="true" sz="663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Thank You For Your Attention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5645" y="5299627"/>
            <a:ext cx="16298854" cy="1014214"/>
            <a:chOff x="0" y="0"/>
            <a:chExt cx="21731806" cy="13522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31805" cy="1352286"/>
            </a:xfrm>
            <a:custGeom>
              <a:avLst/>
              <a:gdLst/>
              <a:ahLst/>
              <a:cxnLst/>
              <a:rect r="r" b="b" t="t" l="l"/>
              <a:pathLst>
                <a:path h="1352286" w="21731805">
                  <a:moveTo>
                    <a:pt x="0" y="0"/>
                  </a:moveTo>
                  <a:lnTo>
                    <a:pt x="21731805" y="0"/>
                  </a:lnTo>
                  <a:lnTo>
                    <a:pt x="21731805" y="1352286"/>
                  </a:lnTo>
                  <a:lnTo>
                    <a:pt x="0" y="13522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71450"/>
              <a:ext cx="21731806" cy="1523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03"/>
                </a:lnSpc>
              </a:pPr>
              <a:r>
                <a:rPr lang="en-US" b="true" sz="2137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Questions and Discussion Welcome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DAG63X8AjmI</dc:identifier>
  <dcterms:modified xsi:type="dcterms:W3CDTF">2011-08-01T06:04:30Z</dcterms:modified>
  <cp:revision>1</cp:revision>
  <dc:title>Inventory Management System.pptx</dc:title>
</cp:coreProperties>
</file>